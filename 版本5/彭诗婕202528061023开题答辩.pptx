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88" r:id="rId12"/>
    <p:sldId id="264" r:id="rId13"/>
    <p:sldId id="265" r:id="rId14"/>
    <p:sldId id="266" r:id="rId15"/>
    <p:sldId id="267" r:id="rId16"/>
    <p:sldId id="268" r:id="rId17"/>
    <p:sldId id="269" r:id="rId18"/>
    <p:sldId id="271" r:id="rId19"/>
    <p:sldId id="287" r:id="rId20"/>
    <p:sldId id="272" r:id="rId21"/>
    <p:sldId id="273" r:id="rId22"/>
    <p:sldId id="274" r:id="rId23"/>
    <p:sldId id="275" r:id="rId24"/>
    <p:sldId id="276" r:id="rId25"/>
    <p:sldId id="270" r:id="rId26"/>
    <p:sldId id="277" r:id="rId27"/>
    <p:sldId id="282" r:id="rId28"/>
    <p:sldId id="283" r:id="rId29"/>
    <p:sldId id="284" r:id="rId30"/>
    <p:sldId id="278" r:id="rId31"/>
    <p:sldId id="279" r:id="rId32"/>
    <p:sldId id="280" r:id="rId33"/>
    <p:sldId id="281" r:id="rId34"/>
    <p:sldId id="285" r:id="rId35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/>
      <p:sp>
        <p:nvSpPr>
          <p:cNvPr id="60" name="觅知网-不倒翁ID:189359941"/>
          <p:cNvSpPr>
            <a:spLocks noGrp="1"/>
          </p:cNvSpPr>
          <p:nvPr/>
        </p:nvSpPr>
        <p:spPr>
          <a:xfrm>
            <a:off x="407976" y="260063"/>
            <a:ext cx="11410338" cy="6408514"/>
          </a:xfrm>
          <a:custGeom>
            <a:avLst/>
            <a:gdLst>
              <a:gd name="connsiteX0" fmla="*/ 0 w 8410936"/>
              <a:gd name="connsiteY0" fmla="*/ 0 h 5388246"/>
              <a:gd name="connsiteX1" fmla="*/ 8410936 w 8410936"/>
              <a:gd name="connsiteY1" fmla="*/ 0 h 5388246"/>
              <a:gd name="connsiteX2" fmla="*/ 8410936 w 8410936"/>
              <a:gd name="connsiteY2" fmla="*/ 5388246 h 5388246"/>
              <a:gd name="connsiteX3" fmla="*/ 0 w 8410936"/>
              <a:gd name="connsiteY3" fmla="*/ 5388246 h 5388246"/>
            </a:gdLst>
            <a:ahLst/>
            <a:cxnLst/>
            <a:rect l="l" t="t" r="r" b="b"/>
            <a:pathLst>
              <a:path w="8410936" h="5388246">
                <a:moveTo>
                  <a:pt x="0" y="0"/>
                </a:moveTo>
                <a:lnTo>
                  <a:pt x="8410936" y="0"/>
                </a:lnTo>
                <a:lnTo>
                  <a:pt x="8410936" y="5388246"/>
                </a:lnTo>
                <a:lnTo>
                  <a:pt x="0" y="5388246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rgbClr val="3447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61" name="觅知网-不倒翁ID:189359941"/>
          <p:cNvSpPr>
            <a:spLocks noGrp="1"/>
          </p:cNvSpPr>
          <p:nvPr/>
        </p:nvSpPr>
        <p:spPr>
          <a:xfrm>
            <a:off x="323" y="5954414"/>
            <a:ext cx="12191677" cy="903586"/>
          </a:xfrm>
          <a:custGeom>
            <a:avLst/>
            <a:gdLst>
              <a:gd name="connsiteX0" fmla="*/ 12191677 w 12191677"/>
              <a:gd name="connsiteY0" fmla="*/ 0 h 903586"/>
              <a:gd name="connsiteX1" fmla="*/ 12191677 w 12191677"/>
              <a:gd name="connsiteY1" fmla="*/ 903586 h 903586"/>
              <a:gd name="connsiteX2" fmla="*/ 0 w 12191677"/>
              <a:gd name="connsiteY2" fmla="*/ 903586 h 903586"/>
              <a:gd name="connsiteX3" fmla="*/ 0 w 12191677"/>
              <a:gd name="connsiteY3" fmla="*/ 30805 h 903586"/>
              <a:gd name="connsiteX4" fmla="*/ 11935898 w 12191677"/>
              <a:gd name="connsiteY4" fmla="*/ 51546 h 903586"/>
            </a:gdLst>
            <a:ahLst/>
            <a:cxnLst/>
            <a:rect l="l" t="t" r="r" b="b"/>
            <a:pathLst>
              <a:path w="12191677" h="903586">
                <a:moveTo>
                  <a:pt x="12191677" y="0"/>
                </a:moveTo>
                <a:lnTo>
                  <a:pt x="12191677" y="903586"/>
                </a:lnTo>
                <a:lnTo>
                  <a:pt x="0" y="903586"/>
                </a:lnTo>
                <a:lnTo>
                  <a:pt x="0" y="30805"/>
                </a:lnTo>
                <a:cubicBezTo>
                  <a:pt x="3090122" y="551506"/>
                  <a:pt x="8949245" y="614137"/>
                  <a:pt x="11935898" y="51546"/>
                </a:cubicBezTo>
                <a:close/>
              </a:path>
            </a:pathLst>
          </a:custGeom>
          <a:solidFill>
            <a:srgbClr val="344778"/>
          </a:solidFill>
          <a:ln w="25400" cap="flat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86677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705" b="0" i="0" u="none" strike="noStrike" kern="0" cap="none" spc="0" baseline="0">
              <a:ln>
                <a:noFill/>
              </a:ln>
              <a:solidFill>
                <a:sysClr val="window" lastClr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623570" y="-1035685"/>
            <a:ext cx="10867390" cy="77908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/>
      <p:sp>
        <p:nvSpPr>
          <p:cNvPr id="32" name="觅知网-不倒翁ID:189359941"/>
          <p:cNvSpPr>
            <a:spLocks noGrp="1"/>
          </p:cNvSpPr>
          <p:nvPr/>
        </p:nvSpPr>
        <p:spPr>
          <a:xfrm>
            <a:off x="8619496" y="5449789"/>
            <a:ext cx="687182" cy="465063"/>
          </a:xfrm>
          <a:custGeom>
            <a:avLst/>
            <a:gdLst>
              <a:gd name="T0" fmla="*/ 92 w 92"/>
              <a:gd name="T1" fmla="*/ 6 h 62"/>
              <a:gd name="T2" fmla="*/ 0 w 92"/>
              <a:gd name="T3" fmla="*/ 62 h 62"/>
              <a:gd name="T4" fmla="*/ 92 w 92"/>
              <a:gd name="T5" fmla="*/ 6 h 62"/>
            </a:gdLst>
            <a:ahLst/>
            <a:cxnLst/>
            <a:rect l="0" t="0" r="r" b="b"/>
            <a:pathLst>
              <a:path w="92" h="62">
                <a:moveTo>
                  <a:pt x="92" y="6"/>
                </a:moveTo>
                <a:cubicBezTo>
                  <a:pt x="39" y="0"/>
                  <a:pt x="18" y="57"/>
                  <a:pt x="0" y="62"/>
                </a:cubicBezTo>
                <a:cubicBezTo>
                  <a:pt x="58" y="57"/>
                  <a:pt x="86" y="30"/>
                  <a:pt x="92" y="6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33" name="觅知网-不倒翁ID:189359941"/>
          <p:cNvSpPr>
            <a:spLocks noGrp="1"/>
          </p:cNvSpPr>
          <p:nvPr/>
        </p:nvSpPr>
        <p:spPr>
          <a:xfrm>
            <a:off x="9126209" y="5387320"/>
            <a:ext cx="638594" cy="492830"/>
          </a:xfrm>
          <a:custGeom>
            <a:avLst/>
            <a:gdLst>
              <a:gd name="T0" fmla="*/ 85 w 85"/>
              <a:gd name="T1" fmla="*/ 2 h 66"/>
              <a:gd name="T2" fmla="*/ 0 w 85"/>
              <a:gd name="T3" fmla="*/ 66 h 66"/>
              <a:gd name="T4" fmla="*/ 85 w 85"/>
              <a:gd name="T5" fmla="*/ 2 h 66"/>
            </a:gdLst>
            <a:ahLst/>
            <a:cxnLst/>
            <a:rect l="0" t="0" r="r" b="b"/>
            <a:pathLst>
              <a:path w="85" h="66">
                <a:moveTo>
                  <a:pt x="85" y="2"/>
                </a:moveTo>
                <a:cubicBezTo>
                  <a:pt x="35" y="0"/>
                  <a:pt x="17" y="60"/>
                  <a:pt x="0" y="66"/>
                </a:cubicBezTo>
                <a:cubicBezTo>
                  <a:pt x="59" y="57"/>
                  <a:pt x="82" y="24"/>
                  <a:pt x="85" y="2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34" name="觅知网-不倒翁ID:189359941"/>
          <p:cNvSpPr>
            <a:spLocks noGrp="1"/>
          </p:cNvSpPr>
          <p:nvPr/>
        </p:nvSpPr>
        <p:spPr>
          <a:xfrm>
            <a:off x="9632917" y="5234613"/>
            <a:ext cx="562243" cy="555300"/>
          </a:xfrm>
          <a:custGeom>
            <a:avLst/>
            <a:gdLst>
              <a:gd name="T0" fmla="*/ 75 w 75"/>
              <a:gd name="T1" fmla="*/ 0 h 74"/>
              <a:gd name="T2" fmla="*/ 0 w 75"/>
              <a:gd name="T3" fmla="*/ 74 h 74"/>
              <a:gd name="T4" fmla="*/ 75 w 75"/>
              <a:gd name="T5" fmla="*/ 0 h 74"/>
            </a:gdLst>
            <a:ahLst/>
            <a:cxnLst/>
            <a:rect l="0" t="0" r="r" b="b"/>
            <a:pathLst>
              <a:path w="75" h="74">
                <a:moveTo>
                  <a:pt x="75" y="0"/>
                </a:moveTo>
                <a:cubicBezTo>
                  <a:pt x="26" y="8"/>
                  <a:pt x="15" y="66"/>
                  <a:pt x="0" y="74"/>
                </a:cubicBezTo>
                <a:cubicBezTo>
                  <a:pt x="50" y="62"/>
                  <a:pt x="74" y="28"/>
                  <a:pt x="75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35" name="觅知网-不倒翁ID:189359941"/>
          <p:cNvSpPr>
            <a:spLocks noGrp="1"/>
          </p:cNvSpPr>
          <p:nvPr/>
        </p:nvSpPr>
        <p:spPr>
          <a:xfrm>
            <a:off x="10118804" y="5012494"/>
            <a:ext cx="492831" cy="624708"/>
          </a:xfrm>
          <a:custGeom>
            <a:avLst/>
            <a:gdLst>
              <a:gd name="T0" fmla="*/ 62 w 66"/>
              <a:gd name="T1" fmla="*/ 0 h 84"/>
              <a:gd name="T2" fmla="*/ 0 w 66"/>
              <a:gd name="T3" fmla="*/ 84 h 84"/>
              <a:gd name="T4" fmla="*/ 62 w 66"/>
              <a:gd name="T5" fmla="*/ 0 h 84"/>
            </a:gdLst>
            <a:ahLst/>
            <a:cxnLst/>
            <a:rect l="0" t="0" r="r" b="b"/>
            <a:pathLst>
              <a:path w="66" h="84">
                <a:moveTo>
                  <a:pt x="62" y="0"/>
                </a:moveTo>
                <a:cubicBezTo>
                  <a:pt x="18" y="15"/>
                  <a:pt x="13" y="74"/>
                  <a:pt x="0" y="84"/>
                </a:cubicBezTo>
                <a:cubicBezTo>
                  <a:pt x="50" y="64"/>
                  <a:pt x="66" y="26"/>
                  <a:pt x="62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36" name="觅知网-不倒翁ID:189359941"/>
          <p:cNvSpPr>
            <a:spLocks noGrp="1"/>
          </p:cNvSpPr>
          <p:nvPr/>
        </p:nvSpPr>
        <p:spPr>
          <a:xfrm>
            <a:off x="10576924" y="4720963"/>
            <a:ext cx="430357" cy="694121"/>
          </a:xfrm>
          <a:custGeom>
            <a:avLst/>
            <a:gdLst>
              <a:gd name="T0" fmla="*/ 47 w 58"/>
              <a:gd name="T1" fmla="*/ 0 h 93"/>
              <a:gd name="T2" fmla="*/ 0 w 58"/>
              <a:gd name="T3" fmla="*/ 93 h 93"/>
              <a:gd name="T4" fmla="*/ 47 w 58"/>
              <a:gd name="T5" fmla="*/ 0 h 93"/>
            </a:gdLst>
            <a:ahLst/>
            <a:cxnLst/>
            <a:rect l="0" t="0" r="r" b="b"/>
            <a:pathLst>
              <a:path w="58" h="93">
                <a:moveTo>
                  <a:pt x="47" y="0"/>
                </a:moveTo>
                <a:cubicBezTo>
                  <a:pt x="11" y="20"/>
                  <a:pt x="6" y="88"/>
                  <a:pt x="0" y="93"/>
                </a:cubicBezTo>
                <a:cubicBezTo>
                  <a:pt x="34" y="77"/>
                  <a:pt x="58" y="37"/>
                  <a:pt x="47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37" name="觅知网-不倒翁ID:189359941"/>
          <p:cNvSpPr>
            <a:spLocks noGrp="1"/>
          </p:cNvSpPr>
          <p:nvPr/>
        </p:nvSpPr>
        <p:spPr>
          <a:xfrm>
            <a:off x="10944811" y="4380843"/>
            <a:ext cx="347063" cy="735770"/>
          </a:xfrm>
          <a:custGeom>
            <a:avLst/>
            <a:gdLst>
              <a:gd name="T0" fmla="*/ 34 w 46"/>
              <a:gd name="T1" fmla="*/ 0 h 99"/>
              <a:gd name="T2" fmla="*/ 5 w 46"/>
              <a:gd name="T3" fmla="*/ 99 h 99"/>
              <a:gd name="T4" fmla="*/ 34 w 46"/>
              <a:gd name="T5" fmla="*/ 0 h 99"/>
            </a:gdLst>
            <a:ahLst/>
            <a:cxnLst/>
            <a:rect l="0" t="0" r="r" b="b"/>
            <a:pathLst>
              <a:path w="46" h="99">
                <a:moveTo>
                  <a:pt x="34" y="0"/>
                </a:moveTo>
                <a:cubicBezTo>
                  <a:pt x="0" y="29"/>
                  <a:pt x="14" y="86"/>
                  <a:pt x="5" y="99"/>
                </a:cubicBezTo>
                <a:cubicBezTo>
                  <a:pt x="45" y="71"/>
                  <a:pt x="46" y="24"/>
                  <a:pt x="34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38" name="觅知网-不倒翁ID:189359941"/>
          <p:cNvSpPr>
            <a:spLocks noGrp="1"/>
          </p:cNvSpPr>
          <p:nvPr/>
        </p:nvSpPr>
        <p:spPr>
          <a:xfrm>
            <a:off x="11208580" y="3985193"/>
            <a:ext cx="347063" cy="770476"/>
          </a:xfrm>
          <a:custGeom>
            <a:avLst/>
            <a:gdLst>
              <a:gd name="T0" fmla="*/ 28 w 47"/>
              <a:gd name="T1" fmla="*/ 0 h 103"/>
              <a:gd name="T2" fmla="*/ 16 w 47"/>
              <a:gd name="T3" fmla="*/ 103 h 103"/>
              <a:gd name="T4" fmla="*/ 28 w 47"/>
              <a:gd name="T5" fmla="*/ 0 h 103"/>
            </a:gdLst>
            <a:ahLst/>
            <a:cxnLst/>
            <a:rect l="0" t="0" r="r" b="b"/>
            <a:pathLst>
              <a:path w="47" h="103">
                <a:moveTo>
                  <a:pt x="28" y="0"/>
                </a:moveTo>
                <a:cubicBezTo>
                  <a:pt x="0" y="36"/>
                  <a:pt x="22" y="89"/>
                  <a:pt x="16" y="103"/>
                </a:cubicBezTo>
                <a:cubicBezTo>
                  <a:pt x="46" y="71"/>
                  <a:pt x="47" y="29"/>
                  <a:pt x="28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39" name="觅知网-不倒翁ID:189359941"/>
          <p:cNvSpPr>
            <a:spLocks noGrp="1"/>
          </p:cNvSpPr>
          <p:nvPr/>
        </p:nvSpPr>
        <p:spPr>
          <a:xfrm>
            <a:off x="11402931" y="3554841"/>
            <a:ext cx="360944" cy="770476"/>
          </a:xfrm>
          <a:custGeom>
            <a:avLst/>
            <a:gdLst>
              <a:gd name="T0" fmla="*/ 23 w 49"/>
              <a:gd name="T1" fmla="*/ 0 h 104"/>
              <a:gd name="T2" fmla="*/ 26 w 49"/>
              <a:gd name="T3" fmla="*/ 104 h 104"/>
              <a:gd name="T4" fmla="*/ 23 w 49"/>
              <a:gd name="T5" fmla="*/ 0 h 104"/>
            </a:gdLst>
            <a:ahLst/>
            <a:cxnLst/>
            <a:rect l="0" t="0" r="r" b="b"/>
            <a:pathLst>
              <a:path w="49" h="104">
                <a:moveTo>
                  <a:pt x="23" y="0"/>
                </a:moveTo>
                <a:cubicBezTo>
                  <a:pt x="0" y="46"/>
                  <a:pt x="31" y="90"/>
                  <a:pt x="26" y="104"/>
                </a:cubicBezTo>
                <a:cubicBezTo>
                  <a:pt x="48" y="72"/>
                  <a:pt x="49" y="32"/>
                  <a:pt x="23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0" name="觅知网-不倒翁ID:189359941"/>
          <p:cNvSpPr>
            <a:spLocks noGrp="1"/>
          </p:cNvSpPr>
          <p:nvPr/>
        </p:nvSpPr>
        <p:spPr>
          <a:xfrm>
            <a:off x="11541756" y="3103655"/>
            <a:ext cx="395655" cy="770476"/>
          </a:xfrm>
          <a:custGeom>
            <a:avLst/>
            <a:gdLst>
              <a:gd name="T0" fmla="*/ 16 w 53"/>
              <a:gd name="T1" fmla="*/ 0 h 103"/>
              <a:gd name="T2" fmla="*/ 34 w 53"/>
              <a:gd name="T3" fmla="*/ 103 h 103"/>
              <a:gd name="T4" fmla="*/ 16 w 53"/>
              <a:gd name="T5" fmla="*/ 0 h 103"/>
            </a:gdLst>
            <a:ahLst/>
            <a:cxnLst/>
            <a:rect l="0" t="0" r="r" b="b"/>
            <a:pathLst>
              <a:path w="53" h="103">
                <a:moveTo>
                  <a:pt x="16" y="0"/>
                </a:moveTo>
                <a:cubicBezTo>
                  <a:pt x="0" y="46"/>
                  <a:pt x="35" y="89"/>
                  <a:pt x="34" y="103"/>
                </a:cubicBezTo>
                <a:cubicBezTo>
                  <a:pt x="53" y="66"/>
                  <a:pt x="43" y="27"/>
                  <a:pt x="16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1" name="觅知网-不倒翁ID:189359941"/>
          <p:cNvSpPr>
            <a:spLocks noGrp="1"/>
          </p:cNvSpPr>
          <p:nvPr/>
        </p:nvSpPr>
        <p:spPr>
          <a:xfrm>
            <a:off x="11625055" y="2652478"/>
            <a:ext cx="381769" cy="735770"/>
          </a:xfrm>
          <a:custGeom>
            <a:avLst/>
            <a:gdLst>
              <a:gd name="T0" fmla="*/ 8 w 51"/>
              <a:gd name="T1" fmla="*/ 0 h 99"/>
              <a:gd name="T2" fmla="*/ 39 w 51"/>
              <a:gd name="T3" fmla="*/ 99 h 99"/>
              <a:gd name="T4" fmla="*/ 8 w 51"/>
              <a:gd name="T5" fmla="*/ 0 h 99"/>
            </a:gdLst>
            <a:ahLst/>
            <a:cxnLst/>
            <a:rect l="0" t="0" r="r" b="b"/>
            <a:pathLst>
              <a:path w="51" h="99">
                <a:moveTo>
                  <a:pt x="8" y="0"/>
                </a:moveTo>
                <a:cubicBezTo>
                  <a:pt x="0" y="36"/>
                  <a:pt x="39" y="95"/>
                  <a:pt x="39" y="99"/>
                </a:cubicBezTo>
                <a:cubicBezTo>
                  <a:pt x="51" y="67"/>
                  <a:pt x="47" y="33"/>
                  <a:pt x="8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2" name="觅知网-不倒翁ID:189359941"/>
          <p:cNvSpPr>
            <a:spLocks noGrp="1"/>
          </p:cNvSpPr>
          <p:nvPr/>
        </p:nvSpPr>
        <p:spPr>
          <a:xfrm>
            <a:off x="11638936" y="2194358"/>
            <a:ext cx="402593" cy="701064"/>
          </a:xfrm>
          <a:custGeom>
            <a:avLst/>
            <a:gdLst>
              <a:gd name="T0" fmla="*/ 2 w 54"/>
              <a:gd name="T1" fmla="*/ 0 h 94"/>
              <a:gd name="T2" fmla="*/ 45 w 54"/>
              <a:gd name="T3" fmla="*/ 94 h 94"/>
              <a:gd name="T4" fmla="*/ 2 w 54"/>
              <a:gd name="T5" fmla="*/ 0 h 94"/>
            </a:gdLst>
            <a:ahLst/>
            <a:cxnLst/>
            <a:rect l="0" t="0" r="r" b="b"/>
            <a:pathLst>
              <a:path w="54" h="94">
                <a:moveTo>
                  <a:pt x="2" y="0"/>
                </a:moveTo>
                <a:cubicBezTo>
                  <a:pt x="0" y="48"/>
                  <a:pt x="43" y="81"/>
                  <a:pt x="45" y="94"/>
                </a:cubicBezTo>
                <a:cubicBezTo>
                  <a:pt x="54" y="61"/>
                  <a:pt x="45" y="29"/>
                  <a:pt x="2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3" name="觅知网-不倒翁ID:189359941"/>
          <p:cNvSpPr>
            <a:spLocks noGrp="1"/>
          </p:cNvSpPr>
          <p:nvPr/>
        </p:nvSpPr>
        <p:spPr>
          <a:xfrm>
            <a:off x="11555638" y="1757059"/>
            <a:ext cx="465063" cy="645537"/>
          </a:xfrm>
          <a:custGeom>
            <a:avLst/>
            <a:gdLst>
              <a:gd name="T0" fmla="*/ 0 w 62"/>
              <a:gd name="T1" fmla="*/ 0 h 87"/>
              <a:gd name="T2" fmla="*/ 55 w 62"/>
              <a:gd name="T3" fmla="*/ 87 h 87"/>
              <a:gd name="T4" fmla="*/ 0 w 62"/>
              <a:gd name="T5" fmla="*/ 0 h 87"/>
            </a:gdLst>
            <a:ahLst/>
            <a:cxnLst/>
            <a:rect l="0" t="0" r="r" b="b"/>
            <a:pathLst>
              <a:path w="62" h="87">
                <a:moveTo>
                  <a:pt x="0" y="0"/>
                </a:moveTo>
                <a:cubicBezTo>
                  <a:pt x="3" y="44"/>
                  <a:pt x="51" y="75"/>
                  <a:pt x="55" y="87"/>
                </a:cubicBezTo>
                <a:cubicBezTo>
                  <a:pt x="62" y="39"/>
                  <a:pt x="30" y="19"/>
                  <a:pt x="0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4" name="觅知网-不倒翁ID:189359941"/>
          <p:cNvSpPr>
            <a:spLocks noGrp="1"/>
          </p:cNvSpPr>
          <p:nvPr/>
        </p:nvSpPr>
        <p:spPr>
          <a:xfrm>
            <a:off x="8647260" y="5817676"/>
            <a:ext cx="1020363" cy="478944"/>
          </a:xfrm>
          <a:custGeom>
            <a:avLst/>
            <a:gdLst>
              <a:gd name="T0" fmla="*/ 136 w 136"/>
              <a:gd name="T1" fmla="*/ 37 h 64"/>
              <a:gd name="T2" fmla="*/ 0 w 136"/>
              <a:gd name="T3" fmla="*/ 19 h 64"/>
              <a:gd name="T4" fmla="*/ 136 w 136"/>
              <a:gd name="T5" fmla="*/ 37 h 64"/>
            </a:gdLst>
            <a:ahLst/>
            <a:cxnLst/>
            <a:rect l="0" t="0" r="r" b="b"/>
            <a:pathLst>
              <a:path w="136" h="64">
                <a:moveTo>
                  <a:pt x="136" y="37"/>
                </a:moveTo>
                <a:cubicBezTo>
                  <a:pt x="67" y="64"/>
                  <a:pt x="31" y="27"/>
                  <a:pt x="0" y="19"/>
                </a:cubicBezTo>
                <a:cubicBezTo>
                  <a:pt x="66" y="0"/>
                  <a:pt x="86" y="35"/>
                  <a:pt x="136" y="37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5" name="觅知网-不倒翁ID:189359941"/>
          <p:cNvSpPr>
            <a:spLocks noGrp="1"/>
          </p:cNvSpPr>
          <p:nvPr/>
        </p:nvSpPr>
        <p:spPr>
          <a:xfrm>
            <a:off x="9147029" y="5741321"/>
            <a:ext cx="1013420" cy="472001"/>
          </a:xfrm>
          <a:custGeom>
            <a:avLst/>
            <a:gdLst>
              <a:gd name="T0" fmla="*/ 136 w 136"/>
              <a:gd name="T1" fmla="*/ 28 h 63"/>
              <a:gd name="T2" fmla="*/ 0 w 136"/>
              <a:gd name="T3" fmla="*/ 24 h 63"/>
              <a:gd name="T4" fmla="*/ 136 w 136"/>
              <a:gd name="T5" fmla="*/ 28 h 63"/>
            </a:gdLst>
            <a:ahLst/>
            <a:cxnLst/>
            <a:rect l="0" t="0" r="r" b="b"/>
            <a:pathLst>
              <a:path w="136" h="63">
                <a:moveTo>
                  <a:pt x="136" y="28"/>
                </a:moveTo>
                <a:cubicBezTo>
                  <a:pt x="68" y="63"/>
                  <a:pt x="30" y="28"/>
                  <a:pt x="0" y="24"/>
                </a:cubicBezTo>
                <a:cubicBezTo>
                  <a:pt x="63" y="0"/>
                  <a:pt x="87" y="31"/>
                  <a:pt x="136" y="28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6" name="觅知网-不倒翁ID:189359941"/>
          <p:cNvSpPr>
            <a:spLocks noGrp="1"/>
          </p:cNvSpPr>
          <p:nvPr/>
        </p:nvSpPr>
        <p:spPr>
          <a:xfrm>
            <a:off x="9646798" y="5595557"/>
            <a:ext cx="999538" cy="478944"/>
          </a:xfrm>
          <a:custGeom>
            <a:avLst/>
            <a:gdLst>
              <a:gd name="T0" fmla="*/ 134 w 134"/>
              <a:gd name="T1" fmla="*/ 19 h 64"/>
              <a:gd name="T2" fmla="*/ 0 w 134"/>
              <a:gd name="T3" fmla="*/ 32 h 64"/>
              <a:gd name="T4" fmla="*/ 134 w 134"/>
              <a:gd name="T5" fmla="*/ 19 h 64"/>
            </a:gdLst>
            <a:ahLst/>
            <a:cxnLst/>
            <a:rect l="0" t="0" r="r" b="b"/>
            <a:pathLst>
              <a:path w="134" h="64">
                <a:moveTo>
                  <a:pt x="134" y="19"/>
                </a:moveTo>
                <a:cubicBezTo>
                  <a:pt x="74" y="64"/>
                  <a:pt x="28" y="33"/>
                  <a:pt x="0" y="32"/>
                </a:cubicBezTo>
                <a:cubicBezTo>
                  <a:pt x="64" y="0"/>
                  <a:pt x="86" y="30"/>
                  <a:pt x="134" y="19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7" name="觅知网-不倒翁ID:189359941"/>
          <p:cNvSpPr>
            <a:spLocks noGrp="1"/>
          </p:cNvSpPr>
          <p:nvPr/>
        </p:nvSpPr>
        <p:spPr>
          <a:xfrm>
            <a:off x="10125747" y="5394258"/>
            <a:ext cx="971775" cy="444238"/>
          </a:xfrm>
          <a:custGeom>
            <a:avLst/>
            <a:gdLst>
              <a:gd name="T0" fmla="*/ 130 w 130"/>
              <a:gd name="T1" fmla="*/ 7 h 60"/>
              <a:gd name="T2" fmla="*/ 0 w 130"/>
              <a:gd name="T3" fmla="*/ 39 h 60"/>
              <a:gd name="T4" fmla="*/ 130 w 130"/>
              <a:gd name="T5" fmla="*/ 7 h 60"/>
            </a:gdLst>
            <a:ahLst/>
            <a:cxnLst/>
            <a:rect l="0" t="0" r="r" b="b"/>
            <a:pathLst>
              <a:path w="130" h="60">
                <a:moveTo>
                  <a:pt x="130" y="7"/>
                </a:moveTo>
                <a:cubicBezTo>
                  <a:pt x="77" y="60"/>
                  <a:pt x="24" y="36"/>
                  <a:pt x="0" y="39"/>
                </a:cubicBezTo>
                <a:cubicBezTo>
                  <a:pt x="54" y="0"/>
                  <a:pt x="91" y="22"/>
                  <a:pt x="130" y="7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8" name="觅知网-不倒翁ID:189359941"/>
          <p:cNvSpPr>
            <a:spLocks noGrp="1"/>
          </p:cNvSpPr>
          <p:nvPr/>
        </p:nvSpPr>
        <p:spPr>
          <a:xfrm>
            <a:off x="10583867" y="5074964"/>
            <a:ext cx="902358" cy="423418"/>
          </a:xfrm>
          <a:custGeom>
            <a:avLst/>
            <a:gdLst>
              <a:gd name="T0" fmla="*/ 121 w 121"/>
              <a:gd name="T1" fmla="*/ 1 h 57"/>
              <a:gd name="T2" fmla="*/ 0 w 121"/>
              <a:gd name="T3" fmla="*/ 52 h 57"/>
              <a:gd name="T4" fmla="*/ 121 w 121"/>
              <a:gd name="T5" fmla="*/ 1 h 57"/>
            </a:gdLst>
            <a:ahLst/>
            <a:cxnLst/>
            <a:rect l="0" t="0" r="r" b="b"/>
            <a:pathLst>
              <a:path w="121" h="57">
                <a:moveTo>
                  <a:pt x="121" y="1"/>
                </a:moveTo>
                <a:cubicBezTo>
                  <a:pt x="84" y="57"/>
                  <a:pt x="23" y="47"/>
                  <a:pt x="0" y="52"/>
                </a:cubicBezTo>
                <a:cubicBezTo>
                  <a:pt x="61" y="0"/>
                  <a:pt x="81" y="25"/>
                  <a:pt x="121" y="1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9" name="觅知网-不倒翁ID:189359941"/>
          <p:cNvSpPr>
            <a:spLocks noGrp="1"/>
          </p:cNvSpPr>
          <p:nvPr/>
        </p:nvSpPr>
        <p:spPr>
          <a:xfrm>
            <a:off x="10993399" y="4658489"/>
            <a:ext cx="805183" cy="506712"/>
          </a:xfrm>
          <a:custGeom>
            <a:avLst/>
            <a:gdLst>
              <a:gd name="T0" fmla="*/ 108 w 108"/>
              <a:gd name="T1" fmla="*/ 0 h 68"/>
              <a:gd name="T2" fmla="*/ 0 w 108"/>
              <a:gd name="T3" fmla="*/ 68 h 68"/>
              <a:gd name="T4" fmla="*/ 108 w 108"/>
              <a:gd name="T5" fmla="*/ 0 h 68"/>
            </a:gdLst>
            <a:ahLst/>
            <a:cxnLst/>
            <a:rect l="0" t="0" r="r" b="b"/>
            <a:pathLst>
              <a:path w="108" h="68">
                <a:moveTo>
                  <a:pt x="108" y="0"/>
                </a:moveTo>
                <a:cubicBezTo>
                  <a:pt x="79" y="64"/>
                  <a:pt x="21" y="60"/>
                  <a:pt x="0" y="68"/>
                </a:cubicBezTo>
                <a:cubicBezTo>
                  <a:pt x="50" y="8"/>
                  <a:pt x="73" y="28"/>
                  <a:pt x="108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0" name="觅知网-不倒翁ID:189359941"/>
          <p:cNvSpPr>
            <a:spLocks noGrp="1"/>
          </p:cNvSpPr>
          <p:nvPr/>
        </p:nvSpPr>
        <p:spPr>
          <a:xfrm>
            <a:off x="11340462" y="4186487"/>
            <a:ext cx="701068" cy="617769"/>
          </a:xfrm>
          <a:custGeom>
            <a:avLst/>
            <a:gdLst>
              <a:gd name="T0" fmla="*/ 94 w 94"/>
              <a:gd name="T1" fmla="*/ 0 h 83"/>
              <a:gd name="T2" fmla="*/ 0 w 94"/>
              <a:gd name="T3" fmla="*/ 83 h 83"/>
              <a:gd name="T4" fmla="*/ 94 w 94"/>
              <a:gd name="T5" fmla="*/ 0 h 83"/>
            </a:gdLst>
            <a:ahLst/>
            <a:cxnLst/>
            <a:rect l="0" t="0" r="r" b="b"/>
            <a:pathLst>
              <a:path w="94" h="83">
                <a:moveTo>
                  <a:pt x="94" y="0"/>
                </a:moveTo>
                <a:cubicBezTo>
                  <a:pt x="74" y="67"/>
                  <a:pt x="11" y="75"/>
                  <a:pt x="0" y="83"/>
                </a:cubicBezTo>
                <a:cubicBezTo>
                  <a:pt x="28" y="24"/>
                  <a:pt x="66" y="28"/>
                  <a:pt x="94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1" name="觅知网-不倒翁ID:189359941"/>
          <p:cNvSpPr>
            <a:spLocks noGrp="1"/>
          </p:cNvSpPr>
          <p:nvPr/>
        </p:nvSpPr>
        <p:spPr>
          <a:xfrm>
            <a:off x="11618107" y="3693661"/>
            <a:ext cx="590006" cy="694121"/>
          </a:xfrm>
          <a:custGeom>
            <a:avLst/>
            <a:gdLst>
              <a:gd name="T0" fmla="*/ 79 w 79"/>
              <a:gd name="T1" fmla="*/ 0 h 93"/>
              <a:gd name="T2" fmla="*/ 0 w 79"/>
              <a:gd name="T3" fmla="*/ 93 h 93"/>
              <a:gd name="T4" fmla="*/ 79 w 79"/>
              <a:gd name="T5" fmla="*/ 0 h 93"/>
            </a:gdLst>
            <a:ahLst/>
            <a:cxnLst/>
            <a:rect l="0" t="0" r="r" b="b"/>
            <a:pathLst>
              <a:path w="79" h="93">
                <a:moveTo>
                  <a:pt x="79" y="0"/>
                </a:moveTo>
                <a:cubicBezTo>
                  <a:pt x="71" y="67"/>
                  <a:pt x="11" y="82"/>
                  <a:pt x="0" y="93"/>
                </a:cubicBezTo>
                <a:cubicBezTo>
                  <a:pt x="20" y="30"/>
                  <a:pt x="57" y="29"/>
                  <a:pt x="79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2" name="觅知网-不倒翁ID:189359941"/>
          <p:cNvSpPr>
            <a:spLocks noGrp="1"/>
          </p:cNvSpPr>
          <p:nvPr/>
        </p:nvSpPr>
        <p:spPr>
          <a:xfrm>
            <a:off x="11826345" y="3186954"/>
            <a:ext cx="499769" cy="742713"/>
          </a:xfrm>
          <a:custGeom>
            <a:avLst/>
            <a:gdLst>
              <a:gd name="T0" fmla="*/ 64 w 67"/>
              <a:gd name="T1" fmla="*/ 0 h 100"/>
              <a:gd name="T2" fmla="*/ 0 w 67"/>
              <a:gd name="T3" fmla="*/ 100 h 100"/>
              <a:gd name="T4" fmla="*/ 64 w 67"/>
              <a:gd name="T5" fmla="*/ 0 h 100"/>
            </a:gdLst>
            <a:ahLst/>
            <a:cxnLst/>
            <a:rect l="0" t="0" r="r" b="b"/>
            <a:pathLst>
              <a:path w="67" h="100">
                <a:moveTo>
                  <a:pt x="64" y="0"/>
                </a:moveTo>
                <a:cubicBezTo>
                  <a:pt x="67" y="62"/>
                  <a:pt x="6" y="91"/>
                  <a:pt x="0" y="100"/>
                </a:cubicBezTo>
                <a:cubicBezTo>
                  <a:pt x="7" y="41"/>
                  <a:pt x="51" y="23"/>
                  <a:pt x="64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3" name="觅知网-不倒翁ID:189359941"/>
          <p:cNvSpPr>
            <a:spLocks noGrp="1"/>
          </p:cNvSpPr>
          <p:nvPr/>
        </p:nvSpPr>
        <p:spPr>
          <a:xfrm>
            <a:off x="11951288" y="2680246"/>
            <a:ext cx="451181" cy="777419"/>
          </a:xfrm>
          <a:custGeom>
            <a:avLst/>
            <a:gdLst>
              <a:gd name="T0" fmla="*/ 52 w 60"/>
              <a:gd name="T1" fmla="*/ 0 h 104"/>
              <a:gd name="T2" fmla="*/ 0 w 60"/>
              <a:gd name="T3" fmla="*/ 104 h 104"/>
              <a:gd name="T4" fmla="*/ 52 w 60"/>
              <a:gd name="T5" fmla="*/ 0 h 104"/>
            </a:gdLst>
            <a:ahLst/>
            <a:cxnLst/>
            <a:rect l="0" t="0" r="r" b="b"/>
            <a:pathLst>
              <a:path w="60" h="104">
                <a:moveTo>
                  <a:pt x="52" y="0"/>
                </a:moveTo>
                <a:cubicBezTo>
                  <a:pt x="60" y="61"/>
                  <a:pt x="7" y="92"/>
                  <a:pt x="0" y="104"/>
                </a:cubicBezTo>
                <a:cubicBezTo>
                  <a:pt x="3" y="39"/>
                  <a:pt x="35" y="30"/>
                  <a:pt x="52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4" name="觅知网-不倒翁ID:189359941"/>
          <p:cNvSpPr>
            <a:spLocks noGrp="1"/>
          </p:cNvSpPr>
          <p:nvPr/>
        </p:nvSpPr>
        <p:spPr>
          <a:xfrm>
            <a:off x="11972109" y="2166595"/>
            <a:ext cx="451181" cy="798244"/>
          </a:xfrm>
          <a:custGeom>
            <a:avLst/>
            <a:gdLst>
              <a:gd name="T0" fmla="*/ 45 w 60"/>
              <a:gd name="T1" fmla="*/ 0 h 107"/>
              <a:gd name="T2" fmla="*/ 6 w 60"/>
              <a:gd name="T3" fmla="*/ 107 h 107"/>
              <a:gd name="T4" fmla="*/ 45 w 60"/>
              <a:gd name="T5" fmla="*/ 0 h 107"/>
            </a:gdLst>
            <a:ahLst/>
            <a:cxnLst/>
            <a:rect l="0" t="0" r="r" b="b"/>
            <a:pathLst>
              <a:path w="60" h="107">
                <a:moveTo>
                  <a:pt x="45" y="0"/>
                </a:moveTo>
                <a:cubicBezTo>
                  <a:pt x="60" y="59"/>
                  <a:pt x="10" y="98"/>
                  <a:pt x="6" y="107"/>
                </a:cubicBezTo>
                <a:cubicBezTo>
                  <a:pt x="0" y="50"/>
                  <a:pt x="31" y="28"/>
                  <a:pt x="45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5" name="觅知网-不倒翁ID:189359941"/>
          <p:cNvSpPr>
            <a:spLocks noGrp="1"/>
          </p:cNvSpPr>
          <p:nvPr/>
        </p:nvSpPr>
        <p:spPr>
          <a:xfrm>
            <a:off x="11923521" y="1659883"/>
            <a:ext cx="465063" cy="812125"/>
          </a:xfrm>
          <a:custGeom>
            <a:avLst/>
            <a:gdLst>
              <a:gd name="T0" fmla="*/ 38 w 62"/>
              <a:gd name="T1" fmla="*/ 0 h 109"/>
              <a:gd name="T2" fmla="*/ 14 w 62"/>
              <a:gd name="T3" fmla="*/ 109 h 109"/>
              <a:gd name="T4" fmla="*/ 38 w 62"/>
              <a:gd name="T5" fmla="*/ 0 h 109"/>
            </a:gdLst>
            <a:ahLst/>
            <a:cxnLst/>
            <a:rect l="0" t="0" r="r" b="b"/>
            <a:pathLst>
              <a:path w="62" h="109">
                <a:moveTo>
                  <a:pt x="38" y="0"/>
                </a:moveTo>
                <a:cubicBezTo>
                  <a:pt x="62" y="50"/>
                  <a:pt x="15" y="102"/>
                  <a:pt x="14" y="109"/>
                </a:cubicBezTo>
                <a:cubicBezTo>
                  <a:pt x="0" y="56"/>
                  <a:pt x="28" y="26"/>
                  <a:pt x="38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6" name="觅知网-不倒翁ID:189359941"/>
          <p:cNvSpPr>
            <a:spLocks noGrp="1"/>
          </p:cNvSpPr>
          <p:nvPr/>
        </p:nvSpPr>
        <p:spPr>
          <a:xfrm>
            <a:off x="10840688" y="153642"/>
            <a:ext cx="867656" cy="1478482"/>
          </a:xfrm>
          <a:custGeom>
            <a:avLst/>
            <a:gdLst>
              <a:gd name="T0" fmla="*/ 3 w 116"/>
              <a:gd name="T1" fmla="*/ 0 h 198"/>
              <a:gd name="T2" fmla="*/ 116 w 116"/>
              <a:gd name="T3" fmla="*/ 197 h 198"/>
              <a:gd name="T4" fmla="*/ 113 w 116"/>
              <a:gd name="T5" fmla="*/ 198 h 198"/>
              <a:gd name="T6" fmla="*/ 0 w 116"/>
              <a:gd name="T7" fmla="*/ 3 h 198"/>
              <a:gd name="T8" fmla="*/ 3 w 116"/>
              <a:gd name="T9" fmla="*/ 0 h 198"/>
            </a:gdLst>
            <a:ahLst/>
            <a:cxnLst/>
            <a:rect l="0" t="0" r="r" b="b"/>
            <a:pathLst>
              <a:path w="116" h="198">
                <a:moveTo>
                  <a:pt x="3" y="0"/>
                </a:moveTo>
                <a:cubicBezTo>
                  <a:pt x="47" y="46"/>
                  <a:pt x="92" y="118"/>
                  <a:pt x="116" y="197"/>
                </a:cubicBezTo>
                <a:cubicBezTo>
                  <a:pt x="113" y="198"/>
                  <a:pt x="113" y="198"/>
                  <a:pt x="113" y="198"/>
                </a:cubicBezTo>
                <a:cubicBezTo>
                  <a:pt x="89" y="120"/>
                  <a:pt x="44" y="48"/>
                  <a:pt x="0" y="3"/>
                </a:cubicBezTo>
                <a:lnTo>
                  <a:pt x="3" y="0"/>
                </a:ln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7" name="觅知网-不倒翁ID:189359941"/>
          <p:cNvSpPr>
            <a:spLocks noGrp="1"/>
          </p:cNvSpPr>
          <p:nvPr/>
        </p:nvSpPr>
        <p:spPr>
          <a:xfrm>
            <a:off x="11041987" y="111993"/>
            <a:ext cx="909306" cy="1735303"/>
          </a:xfrm>
          <a:custGeom>
            <a:avLst/>
            <a:gdLst>
              <a:gd name="T0" fmla="*/ 3 w 122"/>
              <a:gd name="T1" fmla="*/ 0 h 233"/>
              <a:gd name="T2" fmla="*/ 122 w 122"/>
              <a:gd name="T3" fmla="*/ 233 h 233"/>
              <a:gd name="T4" fmla="*/ 119 w 122"/>
              <a:gd name="T5" fmla="*/ 233 h 233"/>
              <a:gd name="T6" fmla="*/ 0 w 122"/>
              <a:gd name="T7" fmla="*/ 2 h 233"/>
              <a:gd name="T8" fmla="*/ 3 w 122"/>
              <a:gd name="T9" fmla="*/ 0 h 233"/>
            </a:gdLst>
            <a:ahLst/>
            <a:cxnLst/>
            <a:rect l="0" t="0" r="r" b="b"/>
            <a:pathLst>
              <a:path w="122" h="233">
                <a:moveTo>
                  <a:pt x="3" y="0"/>
                </a:moveTo>
                <a:cubicBezTo>
                  <a:pt x="56" y="58"/>
                  <a:pt x="102" y="141"/>
                  <a:pt x="122" y="233"/>
                </a:cubicBezTo>
                <a:cubicBezTo>
                  <a:pt x="119" y="233"/>
                  <a:pt x="119" y="233"/>
                  <a:pt x="119" y="233"/>
                </a:cubicBezTo>
                <a:cubicBezTo>
                  <a:pt x="98" y="143"/>
                  <a:pt x="53" y="60"/>
                  <a:pt x="0" y="2"/>
                </a:cubicBezTo>
                <a:lnTo>
                  <a:pt x="3" y="0"/>
                </a:ln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8" name="觅知网-不倒翁ID:189359941"/>
          <p:cNvSpPr>
            <a:spLocks noGrp="1"/>
          </p:cNvSpPr>
          <p:nvPr/>
        </p:nvSpPr>
        <p:spPr>
          <a:xfrm>
            <a:off x="11000342" y="-186482"/>
            <a:ext cx="1048131" cy="1721422"/>
          </a:xfrm>
          <a:custGeom>
            <a:avLst/>
            <a:gdLst>
              <a:gd name="T0" fmla="*/ 3 w 141"/>
              <a:gd name="T1" fmla="*/ 0 h 231"/>
              <a:gd name="T2" fmla="*/ 141 w 141"/>
              <a:gd name="T3" fmla="*/ 230 h 231"/>
              <a:gd name="T4" fmla="*/ 138 w 141"/>
              <a:gd name="T5" fmla="*/ 231 h 231"/>
              <a:gd name="T6" fmla="*/ 0 w 141"/>
              <a:gd name="T7" fmla="*/ 2 h 231"/>
              <a:gd name="T8" fmla="*/ 3 w 141"/>
              <a:gd name="T9" fmla="*/ 0 h 231"/>
            </a:gdLst>
            <a:ahLst/>
            <a:cxnLst/>
            <a:rect l="0" t="0" r="r" b="b"/>
            <a:pathLst>
              <a:path w="141" h="231">
                <a:moveTo>
                  <a:pt x="3" y="0"/>
                </a:moveTo>
                <a:cubicBezTo>
                  <a:pt x="52" y="44"/>
                  <a:pt x="111" y="132"/>
                  <a:pt x="141" y="230"/>
                </a:cubicBezTo>
                <a:cubicBezTo>
                  <a:pt x="138" y="231"/>
                  <a:pt x="138" y="231"/>
                  <a:pt x="138" y="231"/>
                </a:cubicBezTo>
                <a:cubicBezTo>
                  <a:pt x="109" y="135"/>
                  <a:pt x="50" y="47"/>
                  <a:pt x="0" y="2"/>
                </a:cubicBezTo>
                <a:lnTo>
                  <a:pt x="3" y="0"/>
                </a:ln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9" name="觅知网-不倒翁ID:189359941"/>
          <p:cNvSpPr>
            <a:spLocks noGrp="1"/>
          </p:cNvSpPr>
          <p:nvPr/>
        </p:nvSpPr>
        <p:spPr>
          <a:xfrm>
            <a:off x="8538179" y="6335192"/>
            <a:ext cx="6943" cy="6943"/>
          </a:xfrm>
          <a:prstGeom prst="rect">
            <a:avLst/>
          </a:pr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60" name="觅知网-不倒翁ID:189359941"/>
          <p:cNvSpPr>
            <a:spLocks noGrp="1"/>
          </p:cNvSpPr>
          <p:nvPr/>
        </p:nvSpPr>
        <p:spPr>
          <a:xfrm>
            <a:off x="390831" y="324833"/>
            <a:ext cx="11410338" cy="6408514"/>
          </a:xfrm>
          <a:custGeom>
            <a:avLst/>
            <a:gdLst>
              <a:gd name="connsiteX0" fmla="*/ 0 w 8410936"/>
              <a:gd name="connsiteY0" fmla="*/ 0 h 5388246"/>
              <a:gd name="connsiteX1" fmla="*/ 8410936 w 8410936"/>
              <a:gd name="connsiteY1" fmla="*/ 0 h 5388246"/>
              <a:gd name="connsiteX2" fmla="*/ 8410936 w 8410936"/>
              <a:gd name="connsiteY2" fmla="*/ 5388246 h 5388246"/>
              <a:gd name="connsiteX3" fmla="*/ 0 w 8410936"/>
              <a:gd name="connsiteY3" fmla="*/ 5388246 h 5388246"/>
            </a:gdLst>
            <a:ahLst/>
            <a:cxnLst/>
            <a:rect l="l" t="t" r="r" b="b"/>
            <a:pathLst>
              <a:path w="8410936" h="5388246">
                <a:moveTo>
                  <a:pt x="0" y="0"/>
                </a:moveTo>
                <a:lnTo>
                  <a:pt x="8410936" y="0"/>
                </a:lnTo>
                <a:lnTo>
                  <a:pt x="8410936" y="5388246"/>
                </a:lnTo>
                <a:lnTo>
                  <a:pt x="0" y="5388246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rgbClr val="3447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61" name="觅知网-不倒翁ID:189359941"/>
          <p:cNvSpPr>
            <a:spLocks noGrp="1"/>
          </p:cNvSpPr>
          <p:nvPr/>
        </p:nvSpPr>
        <p:spPr>
          <a:xfrm>
            <a:off x="323" y="5954414"/>
            <a:ext cx="12191677" cy="903586"/>
          </a:xfrm>
          <a:custGeom>
            <a:avLst/>
            <a:gdLst>
              <a:gd name="connsiteX0" fmla="*/ 12191677 w 12191677"/>
              <a:gd name="connsiteY0" fmla="*/ 0 h 903586"/>
              <a:gd name="connsiteX1" fmla="*/ 12191677 w 12191677"/>
              <a:gd name="connsiteY1" fmla="*/ 903586 h 903586"/>
              <a:gd name="connsiteX2" fmla="*/ 0 w 12191677"/>
              <a:gd name="connsiteY2" fmla="*/ 903586 h 903586"/>
              <a:gd name="connsiteX3" fmla="*/ 0 w 12191677"/>
              <a:gd name="connsiteY3" fmla="*/ 30805 h 903586"/>
              <a:gd name="connsiteX4" fmla="*/ 11935898 w 12191677"/>
              <a:gd name="connsiteY4" fmla="*/ 51546 h 903586"/>
            </a:gdLst>
            <a:ahLst/>
            <a:cxnLst/>
            <a:rect l="l" t="t" r="r" b="b"/>
            <a:pathLst>
              <a:path w="12191677" h="903586">
                <a:moveTo>
                  <a:pt x="12191677" y="0"/>
                </a:moveTo>
                <a:lnTo>
                  <a:pt x="12191677" y="903586"/>
                </a:lnTo>
                <a:lnTo>
                  <a:pt x="0" y="903586"/>
                </a:lnTo>
                <a:lnTo>
                  <a:pt x="0" y="30805"/>
                </a:lnTo>
                <a:cubicBezTo>
                  <a:pt x="3090122" y="551506"/>
                  <a:pt x="8949245" y="614137"/>
                  <a:pt x="11935898" y="51546"/>
                </a:cubicBezTo>
                <a:close/>
              </a:path>
            </a:pathLst>
          </a:custGeom>
          <a:solidFill>
            <a:srgbClr val="344778"/>
          </a:solidFill>
          <a:ln w="25400" cap="flat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86677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705" b="0" i="0" u="none" strike="noStrike" kern="0" cap="none" spc="0" baseline="0">
              <a:ln>
                <a:noFill/>
              </a:ln>
              <a:solidFill>
                <a:sysClr val="window" lastClr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alphaModFix amt="9000"/>
          </a:blip>
          <a:srcRect b="19065"/>
          <a:stretch>
            <a:fillRect/>
          </a:stretch>
        </p:blipFill>
        <p:spPr>
          <a:xfrm>
            <a:off x="911225" y="476885"/>
            <a:ext cx="10437495" cy="55505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/>
      <p:sp>
        <p:nvSpPr>
          <p:cNvPr id="32" name="觅知网-不倒翁ID:189359941"/>
          <p:cNvSpPr>
            <a:spLocks noGrp="1"/>
          </p:cNvSpPr>
          <p:nvPr/>
        </p:nvSpPr>
        <p:spPr>
          <a:xfrm>
            <a:off x="8619496" y="5449789"/>
            <a:ext cx="687182" cy="465063"/>
          </a:xfrm>
          <a:custGeom>
            <a:avLst/>
            <a:gdLst>
              <a:gd name="T0" fmla="*/ 92 w 92"/>
              <a:gd name="T1" fmla="*/ 6 h 62"/>
              <a:gd name="T2" fmla="*/ 0 w 92"/>
              <a:gd name="T3" fmla="*/ 62 h 62"/>
              <a:gd name="T4" fmla="*/ 92 w 92"/>
              <a:gd name="T5" fmla="*/ 6 h 62"/>
            </a:gdLst>
            <a:ahLst/>
            <a:cxnLst/>
            <a:rect l="0" t="0" r="r" b="b"/>
            <a:pathLst>
              <a:path w="92" h="62">
                <a:moveTo>
                  <a:pt x="92" y="6"/>
                </a:moveTo>
                <a:cubicBezTo>
                  <a:pt x="39" y="0"/>
                  <a:pt x="18" y="57"/>
                  <a:pt x="0" y="62"/>
                </a:cubicBezTo>
                <a:cubicBezTo>
                  <a:pt x="58" y="57"/>
                  <a:pt x="86" y="30"/>
                  <a:pt x="92" y="6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33" name="觅知网-不倒翁ID:189359941"/>
          <p:cNvSpPr>
            <a:spLocks noGrp="1"/>
          </p:cNvSpPr>
          <p:nvPr/>
        </p:nvSpPr>
        <p:spPr>
          <a:xfrm>
            <a:off x="9126209" y="5387320"/>
            <a:ext cx="638594" cy="492830"/>
          </a:xfrm>
          <a:custGeom>
            <a:avLst/>
            <a:gdLst>
              <a:gd name="T0" fmla="*/ 85 w 85"/>
              <a:gd name="T1" fmla="*/ 2 h 66"/>
              <a:gd name="T2" fmla="*/ 0 w 85"/>
              <a:gd name="T3" fmla="*/ 66 h 66"/>
              <a:gd name="T4" fmla="*/ 85 w 85"/>
              <a:gd name="T5" fmla="*/ 2 h 66"/>
            </a:gdLst>
            <a:ahLst/>
            <a:cxnLst/>
            <a:rect l="0" t="0" r="r" b="b"/>
            <a:pathLst>
              <a:path w="85" h="66">
                <a:moveTo>
                  <a:pt x="85" y="2"/>
                </a:moveTo>
                <a:cubicBezTo>
                  <a:pt x="35" y="0"/>
                  <a:pt x="17" y="60"/>
                  <a:pt x="0" y="66"/>
                </a:cubicBezTo>
                <a:cubicBezTo>
                  <a:pt x="59" y="57"/>
                  <a:pt x="82" y="24"/>
                  <a:pt x="85" y="2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34" name="觅知网-不倒翁ID:189359941"/>
          <p:cNvSpPr>
            <a:spLocks noGrp="1"/>
          </p:cNvSpPr>
          <p:nvPr/>
        </p:nvSpPr>
        <p:spPr>
          <a:xfrm>
            <a:off x="9632917" y="5234613"/>
            <a:ext cx="562243" cy="555300"/>
          </a:xfrm>
          <a:custGeom>
            <a:avLst/>
            <a:gdLst>
              <a:gd name="T0" fmla="*/ 75 w 75"/>
              <a:gd name="T1" fmla="*/ 0 h 74"/>
              <a:gd name="T2" fmla="*/ 0 w 75"/>
              <a:gd name="T3" fmla="*/ 74 h 74"/>
              <a:gd name="T4" fmla="*/ 75 w 75"/>
              <a:gd name="T5" fmla="*/ 0 h 74"/>
            </a:gdLst>
            <a:ahLst/>
            <a:cxnLst/>
            <a:rect l="0" t="0" r="r" b="b"/>
            <a:pathLst>
              <a:path w="75" h="74">
                <a:moveTo>
                  <a:pt x="75" y="0"/>
                </a:moveTo>
                <a:cubicBezTo>
                  <a:pt x="26" y="8"/>
                  <a:pt x="15" y="66"/>
                  <a:pt x="0" y="74"/>
                </a:cubicBezTo>
                <a:cubicBezTo>
                  <a:pt x="50" y="62"/>
                  <a:pt x="74" y="28"/>
                  <a:pt x="75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35" name="觅知网-不倒翁ID:189359941"/>
          <p:cNvSpPr>
            <a:spLocks noGrp="1"/>
          </p:cNvSpPr>
          <p:nvPr/>
        </p:nvSpPr>
        <p:spPr>
          <a:xfrm>
            <a:off x="10118804" y="5012494"/>
            <a:ext cx="492831" cy="624708"/>
          </a:xfrm>
          <a:custGeom>
            <a:avLst/>
            <a:gdLst>
              <a:gd name="T0" fmla="*/ 62 w 66"/>
              <a:gd name="T1" fmla="*/ 0 h 84"/>
              <a:gd name="T2" fmla="*/ 0 w 66"/>
              <a:gd name="T3" fmla="*/ 84 h 84"/>
              <a:gd name="T4" fmla="*/ 62 w 66"/>
              <a:gd name="T5" fmla="*/ 0 h 84"/>
            </a:gdLst>
            <a:ahLst/>
            <a:cxnLst/>
            <a:rect l="0" t="0" r="r" b="b"/>
            <a:pathLst>
              <a:path w="66" h="84">
                <a:moveTo>
                  <a:pt x="62" y="0"/>
                </a:moveTo>
                <a:cubicBezTo>
                  <a:pt x="18" y="15"/>
                  <a:pt x="13" y="74"/>
                  <a:pt x="0" y="84"/>
                </a:cubicBezTo>
                <a:cubicBezTo>
                  <a:pt x="50" y="64"/>
                  <a:pt x="66" y="26"/>
                  <a:pt x="62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36" name="觅知网-不倒翁ID:189359941"/>
          <p:cNvSpPr>
            <a:spLocks noGrp="1"/>
          </p:cNvSpPr>
          <p:nvPr/>
        </p:nvSpPr>
        <p:spPr>
          <a:xfrm>
            <a:off x="10576924" y="4720963"/>
            <a:ext cx="430357" cy="694121"/>
          </a:xfrm>
          <a:custGeom>
            <a:avLst/>
            <a:gdLst>
              <a:gd name="T0" fmla="*/ 47 w 58"/>
              <a:gd name="T1" fmla="*/ 0 h 93"/>
              <a:gd name="T2" fmla="*/ 0 w 58"/>
              <a:gd name="T3" fmla="*/ 93 h 93"/>
              <a:gd name="T4" fmla="*/ 47 w 58"/>
              <a:gd name="T5" fmla="*/ 0 h 93"/>
            </a:gdLst>
            <a:ahLst/>
            <a:cxnLst/>
            <a:rect l="0" t="0" r="r" b="b"/>
            <a:pathLst>
              <a:path w="58" h="93">
                <a:moveTo>
                  <a:pt x="47" y="0"/>
                </a:moveTo>
                <a:cubicBezTo>
                  <a:pt x="11" y="20"/>
                  <a:pt x="6" y="88"/>
                  <a:pt x="0" y="93"/>
                </a:cubicBezTo>
                <a:cubicBezTo>
                  <a:pt x="34" y="77"/>
                  <a:pt x="58" y="37"/>
                  <a:pt x="47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37" name="觅知网-不倒翁ID:189359941"/>
          <p:cNvSpPr>
            <a:spLocks noGrp="1"/>
          </p:cNvSpPr>
          <p:nvPr/>
        </p:nvSpPr>
        <p:spPr>
          <a:xfrm>
            <a:off x="10944811" y="4380843"/>
            <a:ext cx="347063" cy="735770"/>
          </a:xfrm>
          <a:custGeom>
            <a:avLst/>
            <a:gdLst>
              <a:gd name="T0" fmla="*/ 34 w 46"/>
              <a:gd name="T1" fmla="*/ 0 h 99"/>
              <a:gd name="T2" fmla="*/ 5 w 46"/>
              <a:gd name="T3" fmla="*/ 99 h 99"/>
              <a:gd name="T4" fmla="*/ 34 w 46"/>
              <a:gd name="T5" fmla="*/ 0 h 99"/>
            </a:gdLst>
            <a:ahLst/>
            <a:cxnLst/>
            <a:rect l="0" t="0" r="r" b="b"/>
            <a:pathLst>
              <a:path w="46" h="99">
                <a:moveTo>
                  <a:pt x="34" y="0"/>
                </a:moveTo>
                <a:cubicBezTo>
                  <a:pt x="0" y="29"/>
                  <a:pt x="14" y="86"/>
                  <a:pt x="5" y="99"/>
                </a:cubicBezTo>
                <a:cubicBezTo>
                  <a:pt x="45" y="71"/>
                  <a:pt x="46" y="24"/>
                  <a:pt x="34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38" name="觅知网-不倒翁ID:189359941"/>
          <p:cNvSpPr>
            <a:spLocks noGrp="1"/>
          </p:cNvSpPr>
          <p:nvPr/>
        </p:nvSpPr>
        <p:spPr>
          <a:xfrm>
            <a:off x="11208580" y="3985193"/>
            <a:ext cx="347063" cy="770476"/>
          </a:xfrm>
          <a:custGeom>
            <a:avLst/>
            <a:gdLst>
              <a:gd name="T0" fmla="*/ 28 w 47"/>
              <a:gd name="T1" fmla="*/ 0 h 103"/>
              <a:gd name="T2" fmla="*/ 16 w 47"/>
              <a:gd name="T3" fmla="*/ 103 h 103"/>
              <a:gd name="T4" fmla="*/ 28 w 47"/>
              <a:gd name="T5" fmla="*/ 0 h 103"/>
            </a:gdLst>
            <a:ahLst/>
            <a:cxnLst/>
            <a:rect l="0" t="0" r="r" b="b"/>
            <a:pathLst>
              <a:path w="47" h="103">
                <a:moveTo>
                  <a:pt x="28" y="0"/>
                </a:moveTo>
                <a:cubicBezTo>
                  <a:pt x="0" y="36"/>
                  <a:pt x="22" y="89"/>
                  <a:pt x="16" y="103"/>
                </a:cubicBezTo>
                <a:cubicBezTo>
                  <a:pt x="46" y="71"/>
                  <a:pt x="47" y="29"/>
                  <a:pt x="28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39" name="觅知网-不倒翁ID:189359941"/>
          <p:cNvSpPr>
            <a:spLocks noGrp="1"/>
          </p:cNvSpPr>
          <p:nvPr/>
        </p:nvSpPr>
        <p:spPr>
          <a:xfrm>
            <a:off x="11402931" y="3554841"/>
            <a:ext cx="360944" cy="770476"/>
          </a:xfrm>
          <a:custGeom>
            <a:avLst/>
            <a:gdLst>
              <a:gd name="T0" fmla="*/ 23 w 49"/>
              <a:gd name="T1" fmla="*/ 0 h 104"/>
              <a:gd name="T2" fmla="*/ 26 w 49"/>
              <a:gd name="T3" fmla="*/ 104 h 104"/>
              <a:gd name="T4" fmla="*/ 23 w 49"/>
              <a:gd name="T5" fmla="*/ 0 h 104"/>
            </a:gdLst>
            <a:ahLst/>
            <a:cxnLst/>
            <a:rect l="0" t="0" r="r" b="b"/>
            <a:pathLst>
              <a:path w="49" h="104">
                <a:moveTo>
                  <a:pt x="23" y="0"/>
                </a:moveTo>
                <a:cubicBezTo>
                  <a:pt x="0" y="46"/>
                  <a:pt x="31" y="90"/>
                  <a:pt x="26" y="104"/>
                </a:cubicBezTo>
                <a:cubicBezTo>
                  <a:pt x="48" y="72"/>
                  <a:pt x="49" y="32"/>
                  <a:pt x="23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0" name="觅知网-不倒翁ID:189359941"/>
          <p:cNvSpPr>
            <a:spLocks noGrp="1"/>
          </p:cNvSpPr>
          <p:nvPr/>
        </p:nvSpPr>
        <p:spPr>
          <a:xfrm>
            <a:off x="11541756" y="3103655"/>
            <a:ext cx="395655" cy="770476"/>
          </a:xfrm>
          <a:custGeom>
            <a:avLst/>
            <a:gdLst>
              <a:gd name="T0" fmla="*/ 16 w 53"/>
              <a:gd name="T1" fmla="*/ 0 h 103"/>
              <a:gd name="T2" fmla="*/ 34 w 53"/>
              <a:gd name="T3" fmla="*/ 103 h 103"/>
              <a:gd name="T4" fmla="*/ 16 w 53"/>
              <a:gd name="T5" fmla="*/ 0 h 103"/>
            </a:gdLst>
            <a:ahLst/>
            <a:cxnLst/>
            <a:rect l="0" t="0" r="r" b="b"/>
            <a:pathLst>
              <a:path w="53" h="103">
                <a:moveTo>
                  <a:pt x="16" y="0"/>
                </a:moveTo>
                <a:cubicBezTo>
                  <a:pt x="0" y="46"/>
                  <a:pt x="35" y="89"/>
                  <a:pt x="34" y="103"/>
                </a:cubicBezTo>
                <a:cubicBezTo>
                  <a:pt x="53" y="66"/>
                  <a:pt x="43" y="27"/>
                  <a:pt x="16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1" name="觅知网-不倒翁ID:189359941"/>
          <p:cNvSpPr>
            <a:spLocks noGrp="1"/>
          </p:cNvSpPr>
          <p:nvPr/>
        </p:nvSpPr>
        <p:spPr>
          <a:xfrm>
            <a:off x="11625055" y="2652478"/>
            <a:ext cx="381769" cy="735770"/>
          </a:xfrm>
          <a:custGeom>
            <a:avLst/>
            <a:gdLst>
              <a:gd name="T0" fmla="*/ 8 w 51"/>
              <a:gd name="T1" fmla="*/ 0 h 99"/>
              <a:gd name="T2" fmla="*/ 39 w 51"/>
              <a:gd name="T3" fmla="*/ 99 h 99"/>
              <a:gd name="T4" fmla="*/ 8 w 51"/>
              <a:gd name="T5" fmla="*/ 0 h 99"/>
            </a:gdLst>
            <a:ahLst/>
            <a:cxnLst/>
            <a:rect l="0" t="0" r="r" b="b"/>
            <a:pathLst>
              <a:path w="51" h="99">
                <a:moveTo>
                  <a:pt x="8" y="0"/>
                </a:moveTo>
                <a:cubicBezTo>
                  <a:pt x="0" y="36"/>
                  <a:pt x="39" y="95"/>
                  <a:pt x="39" y="99"/>
                </a:cubicBezTo>
                <a:cubicBezTo>
                  <a:pt x="51" y="67"/>
                  <a:pt x="47" y="33"/>
                  <a:pt x="8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2" name="觅知网-不倒翁ID:189359941"/>
          <p:cNvSpPr>
            <a:spLocks noGrp="1"/>
          </p:cNvSpPr>
          <p:nvPr/>
        </p:nvSpPr>
        <p:spPr>
          <a:xfrm>
            <a:off x="11638936" y="2194358"/>
            <a:ext cx="402593" cy="701064"/>
          </a:xfrm>
          <a:custGeom>
            <a:avLst/>
            <a:gdLst>
              <a:gd name="T0" fmla="*/ 2 w 54"/>
              <a:gd name="T1" fmla="*/ 0 h 94"/>
              <a:gd name="T2" fmla="*/ 45 w 54"/>
              <a:gd name="T3" fmla="*/ 94 h 94"/>
              <a:gd name="T4" fmla="*/ 2 w 54"/>
              <a:gd name="T5" fmla="*/ 0 h 94"/>
            </a:gdLst>
            <a:ahLst/>
            <a:cxnLst/>
            <a:rect l="0" t="0" r="r" b="b"/>
            <a:pathLst>
              <a:path w="54" h="94">
                <a:moveTo>
                  <a:pt x="2" y="0"/>
                </a:moveTo>
                <a:cubicBezTo>
                  <a:pt x="0" y="48"/>
                  <a:pt x="43" y="81"/>
                  <a:pt x="45" y="94"/>
                </a:cubicBezTo>
                <a:cubicBezTo>
                  <a:pt x="54" y="61"/>
                  <a:pt x="45" y="29"/>
                  <a:pt x="2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3" name="觅知网-不倒翁ID:189359941"/>
          <p:cNvSpPr>
            <a:spLocks noGrp="1"/>
          </p:cNvSpPr>
          <p:nvPr/>
        </p:nvSpPr>
        <p:spPr>
          <a:xfrm>
            <a:off x="11555638" y="1757059"/>
            <a:ext cx="465063" cy="645537"/>
          </a:xfrm>
          <a:custGeom>
            <a:avLst/>
            <a:gdLst>
              <a:gd name="T0" fmla="*/ 0 w 62"/>
              <a:gd name="T1" fmla="*/ 0 h 87"/>
              <a:gd name="T2" fmla="*/ 55 w 62"/>
              <a:gd name="T3" fmla="*/ 87 h 87"/>
              <a:gd name="T4" fmla="*/ 0 w 62"/>
              <a:gd name="T5" fmla="*/ 0 h 87"/>
            </a:gdLst>
            <a:ahLst/>
            <a:cxnLst/>
            <a:rect l="0" t="0" r="r" b="b"/>
            <a:pathLst>
              <a:path w="62" h="87">
                <a:moveTo>
                  <a:pt x="0" y="0"/>
                </a:moveTo>
                <a:cubicBezTo>
                  <a:pt x="3" y="44"/>
                  <a:pt x="51" y="75"/>
                  <a:pt x="55" y="87"/>
                </a:cubicBezTo>
                <a:cubicBezTo>
                  <a:pt x="62" y="39"/>
                  <a:pt x="30" y="19"/>
                  <a:pt x="0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4" name="觅知网-不倒翁ID:189359941"/>
          <p:cNvSpPr>
            <a:spLocks noGrp="1"/>
          </p:cNvSpPr>
          <p:nvPr/>
        </p:nvSpPr>
        <p:spPr>
          <a:xfrm>
            <a:off x="8647260" y="5817676"/>
            <a:ext cx="1020363" cy="478944"/>
          </a:xfrm>
          <a:custGeom>
            <a:avLst/>
            <a:gdLst>
              <a:gd name="T0" fmla="*/ 136 w 136"/>
              <a:gd name="T1" fmla="*/ 37 h 64"/>
              <a:gd name="T2" fmla="*/ 0 w 136"/>
              <a:gd name="T3" fmla="*/ 19 h 64"/>
              <a:gd name="T4" fmla="*/ 136 w 136"/>
              <a:gd name="T5" fmla="*/ 37 h 64"/>
            </a:gdLst>
            <a:ahLst/>
            <a:cxnLst/>
            <a:rect l="0" t="0" r="r" b="b"/>
            <a:pathLst>
              <a:path w="136" h="64">
                <a:moveTo>
                  <a:pt x="136" y="37"/>
                </a:moveTo>
                <a:cubicBezTo>
                  <a:pt x="67" y="64"/>
                  <a:pt x="31" y="27"/>
                  <a:pt x="0" y="19"/>
                </a:cubicBezTo>
                <a:cubicBezTo>
                  <a:pt x="66" y="0"/>
                  <a:pt x="86" y="35"/>
                  <a:pt x="136" y="37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5" name="觅知网-不倒翁ID:189359941"/>
          <p:cNvSpPr>
            <a:spLocks noGrp="1"/>
          </p:cNvSpPr>
          <p:nvPr/>
        </p:nvSpPr>
        <p:spPr>
          <a:xfrm>
            <a:off x="9147029" y="5741321"/>
            <a:ext cx="1013420" cy="472001"/>
          </a:xfrm>
          <a:custGeom>
            <a:avLst/>
            <a:gdLst>
              <a:gd name="T0" fmla="*/ 136 w 136"/>
              <a:gd name="T1" fmla="*/ 28 h 63"/>
              <a:gd name="T2" fmla="*/ 0 w 136"/>
              <a:gd name="T3" fmla="*/ 24 h 63"/>
              <a:gd name="T4" fmla="*/ 136 w 136"/>
              <a:gd name="T5" fmla="*/ 28 h 63"/>
            </a:gdLst>
            <a:ahLst/>
            <a:cxnLst/>
            <a:rect l="0" t="0" r="r" b="b"/>
            <a:pathLst>
              <a:path w="136" h="63">
                <a:moveTo>
                  <a:pt x="136" y="28"/>
                </a:moveTo>
                <a:cubicBezTo>
                  <a:pt x="68" y="63"/>
                  <a:pt x="30" y="28"/>
                  <a:pt x="0" y="24"/>
                </a:cubicBezTo>
                <a:cubicBezTo>
                  <a:pt x="63" y="0"/>
                  <a:pt x="87" y="31"/>
                  <a:pt x="136" y="28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6" name="觅知网-不倒翁ID:189359941"/>
          <p:cNvSpPr>
            <a:spLocks noGrp="1"/>
          </p:cNvSpPr>
          <p:nvPr/>
        </p:nvSpPr>
        <p:spPr>
          <a:xfrm>
            <a:off x="9646798" y="5595557"/>
            <a:ext cx="999538" cy="478944"/>
          </a:xfrm>
          <a:custGeom>
            <a:avLst/>
            <a:gdLst>
              <a:gd name="T0" fmla="*/ 134 w 134"/>
              <a:gd name="T1" fmla="*/ 19 h 64"/>
              <a:gd name="T2" fmla="*/ 0 w 134"/>
              <a:gd name="T3" fmla="*/ 32 h 64"/>
              <a:gd name="T4" fmla="*/ 134 w 134"/>
              <a:gd name="T5" fmla="*/ 19 h 64"/>
            </a:gdLst>
            <a:ahLst/>
            <a:cxnLst/>
            <a:rect l="0" t="0" r="r" b="b"/>
            <a:pathLst>
              <a:path w="134" h="64">
                <a:moveTo>
                  <a:pt x="134" y="19"/>
                </a:moveTo>
                <a:cubicBezTo>
                  <a:pt x="74" y="64"/>
                  <a:pt x="28" y="33"/>
                  <a:pt x="0" y="32"/>
                </a:cubicBezTo>
                <a:cubicBezTo>
                  <a:pt x="64" y="0"/>
                  <a:pt x="86" y="30"/>
                  <a:pt x="134" y="19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7" name="觅知网-不倒翁ID:189359941"/>
          <p:cNvSpPr>
            <a:spLocks noGrp="1"/>
          </p:cNvSpPr>
          <p:nvPr/>
        </p:nvSpPr>
        <p:spPr>
          <a:xfrm>
            <a:off x="10125747" y="5394258"/>
            <a:ext cx="971775" cy="444238"/>
          </a:xfrm>
          <a:custGeom>
            <a:avLst/>
            <a:gdLst>
              <a:gd name="T0" fmla="*/ 130 w 130"/>
              <a:gd name="T1" fmla="*/ 7 h 60"/>
              <a:gd name="T2" fmla="*/ 0 w 130"/>
              <a:gd name="T3" fmla="*/ 39 h 60"/>
              <a:gd name="T4" fmla="*/ 130 w 130"/>
              <a:gd name="T5" fmla="*/ 7 h 60"/>
            </a:gdLst>
            <a:ahLst/>
            <a:cxnLst/>
            <a:rect l="0" t="0" r="r" b="b"/>
            <a:pathLst>
              <a:path w="130" h="60">
                <a:moveTo>
                  <a:pt x="130" y="7"/>
                </a:moveTo>
                <a:cubicBezTo>
                  <a:pt x="77" y="60"/>
                  <a:pt x="24" y="36"/>
                  <a:pt x="0" y="39"/>
                </a:cubicBezTo>
                <a:cubicBezTo>
                  <a:pt x="54" y="0"/>
                  <a:pt x="91" y="22"/>
                  <a:pt x="130" y="7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8" name="觅知网-不倒翁ID:189359941"/>
          <p:cNvSpPr>
            <a:spLocks noGrp="1"/>
          </p:cNvSpPr>
          <p:nvPr/>
        </p:nvSpPr>
        <p:spPr>
          <a:xfrm>
            <a:off x="10583867" y="5074964"/>
            <a:ext cx="902358" cy="423418"/>
          </a:xfrm>
          <a:custGeom>
            <a:avLst/>
            <a:gdLst>
              <a:gd name="T0" fmla="*/ 121 w 121"/>
              <a:gd name="T1" fmla="*/ 1 h 57"/>
              <a:gd name="T2" fmla="*/ 0 w 121"/>
              <a:gd name="T3" fmla="*/ 52 h 57"/>
              <a:gd name="T4" fmla="*/ 121 w 121"/>
              <a:gd name="T5" fmla="*/ 1 h 57"/>
            </a:gdLst>
            <a:ahLst/>
            <a:cxnLst/>
            <a:rect l="0" t="0" r="r" b="b"/>
            <a:pathLst>
              <a:path w="121" h="57">
                <a:moveTo>
                  <a:pt x="121" y="1"/>
                </a:moveTo>
                <a:cubicBezTo>
                  <a:pt x="84" y="57"/>
                  <a:pt x="23" y="47"/>
                  <a:pt x="0" y="52"/>
                </a:cubicBezTo>
                <a:cubicBezTo>
                  <a:pt x="61" y="0"/>
                  <a:pt x="81" y="25"/>
                  <a:pt x="121" y="1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49" name="觅知网-不倒翁ID:189359941"/>
          <p:cNvSpPr>
            <a:spLocks noGrp="1"/>
          </p:cNvSpPr>
          <p:nvPr/>
        </p:nvSpPr>
        <p:spPr>
          <a:xfrm>
            <a:off x="10993399" y="4658489"/>
            <a:ext cx="805183" cy="506712"/>
          </a:xfrm>
          <a:custGeom>
            <a:avLst/>
            <a:gdLst>
              <a:gd name="T0" fmla="*/ 108 w 108"/>
              <a:gd name="T1" fmla="*/ 0 h 68"/>
              <a:gd name="T2" fmla="*/ 0 w 108"/>
              <a:gd name="T3" fmla="*/ 68 h 68"/>
              <a:gd name="T4" fmla="*/ 108 w 108"/>
              <a:gd name="T5" fmla="*/ 0 h 68"/>
            </a:gdLst>
            <a:ahLst/>
            <a:cxnLst/>
            <a:rect l="0" t="0" r="r" b="b"/>
            <a:pathLst>
              <a:path w="108" h="68">
                <a:moveTo>
                  <a:pt x="108" y="0"/>
                </a:moveTo>
                <a:cubicBezTo>
                  <a:pt x="79" y="64"/>
                  <a:pt x="21" y="60"/>
                  <a:pt x="0" y="68"/>
                </a:cubicBezTo>
                <a:cubicBezTo>
                  <a:pt x="50" y="8"/>
                  <a:pt x="73" y="28"/>
                  <a:pt x="108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0" name="觅知网-不倒翁ID:189359941"/>
          <p:cNvSpPr>
            <a:spLocks noGrp="1"/>
          </p:cNvSpPr>
          <p:nvPr/>
        </p:nvSpPr>
        <p:spPr>
          <a:xfrm>
            <a:off x="11340462" y="4186487"/>
            <a:ext cx="701068" cy="617769"/>
          </a:xfrm>
          <a:custGeom>
            <a:avLst/>
            <a:gdLst>
              <a:gd name="T0" fmla="*/ 94 w 94"/>
              <a:gd name="T1" fmla="*/ 0 h 83"/>
              <a:gd name="T2" fmla="*/ 0 w 94"/>
              <a:gd name="T3" fmla="*/ 83 h 83"/>
              <a:gd name="T4" fmla="*/ 94 w 94"/>
              <a:gd name="T5" fmla="*/ 0 h 83"/>
            </a:gdLst>
            <a:ahLst/>
            <a:cxnLst/>
            <a:rect l="0" t="0" r="r" b="b"/>
            <a:pathLst>
              <a:path w="94" h="83">
                <a:moveTo>
                  <a:pt x="94" y="0"/>
                </a:moveTo>
                <a:cubicBezTo>
                  <a:pt x="74" y="67"/>
                  <a:pt x="11" y="75"/>
                  <a:pt x="0" y="83"/>
                </a:cubicBezTo>
                <a:cubicBezTo>
                  <a:pt x="28" y="24"/>
                  <a:pt x="66" y="28"/>
                  <a:pt x="94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1" name="觅知网-不倒翁ID:189359941"/>
          <p:cNvSpPr>
            <a:spLocks noGrp="1"/>
          </p:cNvSpPr>
          <p:nvPr/>
        </p:nvSpPr>
        <p:spPr>
          <a:xfrm>
            <a:off x="11618107" y="3693661"/>
            <a:ext cx="590006" cy="694121"/>
          </a:xfrm>
          <a:custGeom>
            <a:avLst/>
            <a:gdLst>
              <a:gd name="T0" fmla="*/ 79 w 79"/>
              <a:gd name="T1" fmla="*/ 0 h 93"/>
              <a:gd name="T2" fmla="*/ 0 w 79"/>
              <a:gd name="T3" fmla="*/ 93 h 93"/>
              <a:gd name="T4" fmla="*/ 79 w 79"/>
              <a:gd name="T5" fmla="*/ 0 h 93"/>
            </a:gdLst>
            <a:ahLst/>
            <a:cxnLst/>
            <a:rect l="0" t="0" r="r" b="b"/>
            <a:pathLst>
              <a:path w="79" h="93">
                <a:moveTo>
                  <a:pt x="79" y="0"/>
                </a:moveTo>
                <a:cubicBezTo>
                  <a:pt x="71" y="67"/>
                  <a:pt x="11" y="82"/>
                  <a:pt x="0" y="93"/>
                </a:cubicBezTo>
                <a:cubicBezTo>
                  <a:pt x="20" y="30"/>
                  <a:pt x="57" y="29"/>
                  <a:pt x="79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2" name="觅知网-不倒翁ID:189359941"/>
          <p:cNvSpPr>
            <a:spLocks noGrp="1"/>
          </p:cNvSpPr>
          <p:nvPr/>
        </p:nvSpPr>
        <p:spPr>
          <a:xfrm>
            <a:off x="11826345" y="3186954"/>
            <a:ext cx="499769" cy="742713"/>
          </a:xfrm>
          <a:custGeom>
            <a:avLst/>
            <a:gdLst>
              <a:gd name="T0" fmla="*/ 64 w 67"/>
              <a:gd name="T1" fmla="*/ 0 h 100"/>
              <a:gd name="T2" fmla="*/ 0 w 67"/>
              <a:gd name="T3" fmla="*/ 100 h 100"/>
              <a:gd name="T4" fmla="*/ 64 w 67"/>
              <a:gd name="T5" fmla="*/ 0 h 100"/>
            </a:gdLst>
            <a:ahLst/>
            <a:cxnLst/>
            <a:rect l="0" t="0" r="r" b="b"/>
            <a:pathLst>
              <a:path w="67" h="100">
                <a:moveTo>
                  <a:pt x="64" y="0"/>
                </a:moveTo>
                <a:cubicBezTo>
                  <a:pt x="67" y="62"/>
                  <a:pt x="6" y="91"/>
                  <a:pt x="0" y="100"/>
                </a:cubicBezTo>
                <a:cubicBezTo>
                  <a:pt x="7" y="41"/>
                  <a:pt x="51" y="23"/>
                  <a:pt x="64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3" name="觅知网-不倒翁ID:189359941"/>
          <p:cNvSpPr>
            <a:spLocks noGrp="1"/>
          </p:cNvSpPr>
          <p:nvPr/>
        </p:nvSpPr>
        <p:spPr>
          <a:xfrm>
            <a:off x="11951288" y="2680246"/>
            <a:ext cx="451181" cy="777419"/>
          </a:xfrm>
          <a:custGeom>
            <a:avLst/>
            <a:gdLst>
              <a:gd name="T0" fmla="*/ 52 w 60"/>
              <a:gd name="T1" fmla="*/ 0 h 104"/>
              <a:gd name="T2" fmla="*/ 0 w 60"/>
              <a:gd name="T3" fmla="*/ 104 h 104"/>
              <a:gd name="T4" fmla="*/ 52 w 60"/>
              <a:gd name="T5" fmla="*/ 0 h 104"/>
            </a:gdLst>
            <a:ahLst/>
            <a:cxnLst/>
            <a:rect l="0" t="0" r="r" b="b"/>
            <a:pathLst>
              <a:path w="60" h="104">
                <a:moveTo>
                  <a:pt x="52" y="0"/>
                </a:moveTo>
                <a:cubicBezTo>
                  <a:pt x="60" y="61"/>
                  <a:pt x="7" y="92"/>
                  <a:pt x="0" y="104"/>
                </a:cubicBezTo>
                <a:cubicBezTo>
                  <a:pt x="3" y="39"/>
                  <a:pt x="35" y="30"/>
                  <a:pt x="52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4" name="觅知网-不倒翁ID:189359941"/>
          <p:cNvSpPr>
            <a:spLocks noGrp="1"/>
          </p:cNvSpPr>
          <p:nvPr/>
        </p:nvSpPr>
        <p:spPr>
          <a:xfrm>
            <a:off x="11972109" y="2166595"/>
            <a:ext cx="451181" cy="798244"/>
          </a:xfrm>
          <a:custGeom>
            <a:avLst/>
            <a:gdLst>
              <a:gd name="T0" fmla="*/ 45 w 60"/>
              <a:gd name="T1" fmla="*/ 0 h 107"/>
              <a:gd name="T2" fmla="*/ 6 w 60"/>
              <a:gd name="T3" fmla="*/ 107 h 107"/>
              <a:gd name="T4" fmla="*/ 45 w 60"/>
              <a:gd name="T5" fmla="*/ 0 h 107"/>
            </a:gdLst>
            <a:ahLst/>
            <a:cxnLst/>
            <a:rect l="0" t="0" r="r" b="b"/>
            <a:pathLst>
              <a:path w="60" h="107">
                <a:moveTo>
                  <a:pt x="45" y="0"/>
                </a:moveTo>
                <a:cubicBezTo>
                  <a:pt x="60" y="59"/>
                  <a:pt x="10" y="98"/>
                  <a:pt x="6" y="107"/>
                </a:cubicBezTo>
                <a:cubicBezTo>
                  <a:pt x="0" y="50"/>
                  <a:pt x="31" y="28"/>
                  <a:pt x="45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5" name="觅知网-不倒翁ID:189359941"/>
          <p:cNvSpPr>
            <a:spLocks noGrp="1"/>
          </p:cNvSpPr>
          <p:nvPr/>
        </p:nvSpPr>
        <p:spPr>
          <a:xfrm>
            <a:off x="11923521" y="1659883"/>
            <a:ext cx="465063" cy="812125"/>
          </a:xfrm>
          <a:custGeom>
            <a:avLst/>
            <a:gdLst>
              <a:gd name="T0" fmla="*/ 38 w 62"/>
              <a:gd name="T1" fmla="*/ 0 h 109"/>
              <a:gd name="T2" fmla="*/ 14 w 62"/>
              <a:gd name="T3" fmla="*/ 109 h 109"/>
              <a:gd name="T4" fmla="*/ 38 w 62"/>
              <a:gd name="T5" fmla="*/ 0 h 109"/>
            </a:gdLst>
            <a:ahLst/>
            <a:cxnLst/>
            <a:rect l="0" t="0" r="r" b="b"/>
            <a:pathLst>
              <a:path w="62" h="109">
                <a:moveTo>
                  <a:pt x="38" y="0"/>
                </a:moveTo>
                <a:cubicBezTo>
                  <a:pt x="62" y="50"/>
                  <a:pt x="15" y="102"/>
                  <a:pt x="14" y="109"/>
                </a:cubicBezTo>
                <a:cubicBezTo>
                  <a:pt x="0" y="56"/>
                  <a:pt x="28" y="26"/>
                  <a:pt x="38" y="0"/>
                </a:cubicBez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6" name="觅知网-不倒翁ID:189359941"/>
          <p:cNvSpPr>
            <a:spLocks noGrp="1"/>
          </p:cNvSpPr>
          <p:nvPr/>
        </p:nvSpPr>
        <p:spPr>
          <a:xfrm>
            <a:off x="10840688" y="153642"/>
            <a:ext cx="867656" cy="1478482"/>
          </a:xfrm>
          <a:custGeom>
            <a:avLst/>
            <a:gdLst>
              <a:gd name="T0" fmla="*/ 3 w 116"/>
              <a:gd name="T1" fmla="*/ 0 h 198"/>
              <a:gd name="T2" fmla="*/ 116 w 116"/>
              <a:gd name="T3" fmla="*/ 197 h 198"/>
              <a:gd name="T4" fmla="*/ 113 w 116"/>
              <a:gd name="T5" fmla="*/ 198 h 198"/>
              <a:gd name="T6" fmla="*/ 0 w 116"/>
              <a:gd name="T7" fmla="*/ 3 h 198"/>
              <a:gd name="T8" fmla="*/ 3 w 116"/>
              <a:gd name="T9" fmla="*/ 0 h 198"/>
            </a:gdLst>
            <a:ahLst/>
            <a:cxnLst/>
            <a:rect l="0" t="0" r="r" b="b"/>
            <a:pathLst>
              <a:path w="116" h="198">
                <a:moveTo>
                  <a:pt x="3" y="0"/>
                </a:moveTo>
                <a:cubicBezTo>
                  <a:pt x="47" y="46"/>
                  <a:pt x="92" y="118"/>
                  <a:pt x="116" y="197"/>
                </a:cubicBezTo>
                <a:cubicBezTo>
                  <a:pt x="113" y="198"/>
                  <a:pt x="113" y="198"/>
                  <a:pt x="113" y="198"/>
                </a:cubicBezTo>
                <a:cubicBezTo>
                  <a:pt x="89" y="120"/>
                  <a:pt x="44" y="48"/>
                  <a:pt x="0" y="3"/>
                </a:cubicBezTo>
                <a:lnTo>
                  <a:pt x="3" y="0"/>
                </a:ln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7" name="觅知网-不倒翁ID:189359941"/>
          <p:cNvSpPr>
            <a:spLocks noGrp="1"/>
          </p:cNvSpPr>
          <p:nvPr/>
        </p:nvSpPr>
        <p:spPr>
          <a:xfrm>
            <a:off x="11041987" y="111993"/>
            <a:ext cx="909306" cy="1735303"/>
          </a:xfrm>
          <a:custGeom>
            <a:avLst/>
            <a:gdLst>
              <a:gd name="T0" fmla="*/ 3 w 122"/>
              <a:gd name="T1" fmla="*/ 0 h 233"/>
              <a:gd name="T2" fmla="*/ 122 w 122"/>
              <a:gd name="T3" fmla="*/ 233 h 233"/>
              <a:gd name="T4" fmla="*/ 119 w 122"/>
              <a:gd name="T5" fmla="*/ 233 h 233"/>
              <a:gd name="T6" fmla="*/ 0 w 122"/>
              <a:gd name="T7" fmla="*/ 2 h 233"/>
              <a:gd name="T8" fmla="*/ 3 w 122"/>
              <a:gd name="T9" fmla="*/ 0 h 233"/>
            </a:gdLst>
            <a:ahLst/>
            <a:cxnLst/>
            <a:rect l="0" t="0" r="r" b="b"/>
            <a:pathLst>
              <a:path w="122" h="233">
                <a:moveTo>
                  <a:pt x="3" y="0"/>
                </a:moveTo>
                <a:cubicBezTo>
                  <a:pt x="56" y="58"/>
                  <a:pt x="102" y="141"/>
                  <a:pt x="122" y="233"/>
                </a:cubicBezTo>
                <a:cubicBezTo>
                  <a:pt x="119" y="233"/>
                  <a:pt x="119" y="233"/>
                  <a:pt x="119" y="233"/>
                </a:cubicBezTo>
                <a:cubicBezTo>
                  <a:pt x="98" y="143"/>
                  <a:pt x="53" y="60"/>
                  <a:pt x="0" y="2"/>
                </a:cubicBezTo>
                <a:lnTo>
                  <a:pt x="3" y="0"/>
                </a:ln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8" name="觅知网-不倒翁ID:189359941"/>
          <p:cNvSpPr>
            <a:spLocks noGrp="1"/>
          </p:cNvSpPr>
          <p:nvPr/>
        </p:nvSpPr>
        <p:spPr>
          <a:xfrm>
            <a:off x="11000342" y="-186482"/>
            <a:ext cx="1048131" cy="1721422"/>
          </a:xfrm>
          <a:custGeom>
            <a:avLst/>
            <a:gdLst>
              <a:gd name="T0" fmla="*/ 3 w 141"/>
              <a:gd name="T1" fmla="*/ 0 h 231"/>
              <a:gd name="T2" fmla="*/ 141 w 141"/>
              <a:gd name="T3" fmla="*/ 230 h 231"/>
              <a:gd name="T4" fmla="*/ 138 w 141"/>
              <a:gd name="T5" fmla="*/ 231 h 231"/>
              <a:gd name="T6" fmla="*/ 0 w 141"/>
              <a:gd name="T7" fmla="*/ 2 h 231"/>
              <a:gd name="T8" fmla="*/ 3 w 141"/>
              <a:gd name="T9" fmla="*/ 0 h 231"/>
            </a:gdLst>
            <a:ahLst/>
            <a:cxnLst/>
            <a:rect l="0" t="0" r="r" b="b"/>
            <a:pathLst>
              <a:path w="141" h="231">
                <a:moveTo>
                  <a:pt x="3" y="0"/>
                </a:moveTo>
                <a:cubicBezTo>
                  <a:pt x="52" y="44"/>
                  <a:pt x="111" y="132"/>
                  <a:pt x="141" y="230"/>
                </a:cubicBezTo>
                <a:cubicBezTo>
                  <a:pt x="138" y="231"/>
                  <a:pt x="138" y="231"/>
                  <a:pt x="138" y="231"/>
                </a:cubicBezTo>
                <a:cubicBezTo>
                  <a:pt x="109" y="135"/>
                  <a:pt x="50" y="47"/>
                  <a:pt x="0" y="2"/>
                </a:cubicBezTo>
                <a:lnTo>
                  <a:pt x="3" y="0"/>
                </a:lnTo>
                <a:close/>
              </a:path>
            </a:pathLst>
          </a:cu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9" name="觅知网-不倒翁ID:189359941"/>
          <p:cNvSpPr>
            <a:spLocks noGrp="1"/>
          </p:cNvSpPr>
          <p:nvPr/>
        </p:nvSpPr>
        <p:spPr>
          <a:xfrm>
            <a:off x="8538179" y="6335192"/>
            <a:ext cx="6943" cy="6943"/>
          </a:xfrm>
          <a:prstGeom prst="rect">
            <a:avLst/>
          </a:prstGeom>
          <a:solidFill>
            <a:srgbClr val="344778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anchor="t"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60" name="觅知网-不倒翁ID:189359941"/>
          <p:cNvSpPr>
            <a:spLocks noGrp="1"/>
          </p:cNvSpPr>
          <p:nvPr/>
        </p:nvSpPr>
        <p:spPr>
          <a:xfrm>
            <a:off x="390831" y="324833"/>
            <a:ext cx="11410338" cy="6408514"/>
          </a:xfrm>
          <a:custGeom>
            <a:avLst/>
            <a:gdLst>
              <a:gd name="connsiteX0" fmla="*/ 0 w 8410936"/>
              <a:gd name="connsiteY0" fmla="*/ 0 h 5388246"/>
              <a:gd name="connsiteX1" fmla="*/ 8410936 w 8410936"/>
              <a:gd name="connsiteY1" fmla="*/ 0 h 5388246"/>
              <a:gd name="connsiteX2" fmla="*/ 8410936 w 8410936"/>
              <a:gd name="connsiteY2" fmla="*/ 5388246 h 5388246"/>
              <a:gd name="connsiteX3" fmla="*/ 0 w 8410936"/>
              <a:gd name="connsiteY3" fmla="*/ 5388246 h 5388246"/>
            </a:gdLst>
            <a:ahLst/>
            <a:cxnLst/>
            <a:rect l="l" t="t" r="r" b="b"/>
            <a:pathLst>
              <a:path w="8410936" h="5388246">
                <a:moveTo>
                  <a:pt x="0" y="0"/>
                </a:moveTo>
                <a:lnTo>
                  <a:pt x="8410936" y="0"/>
                </a:lnTo>
                <a:lnTo>
                  <a:pt x="8410936" y="5388246"/>
                </a:lnTo>
                <a:lnTo>
                  <a:pt x="0" y="5388246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rgbClr val="3447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61" name="觅知网-不倒翁ID:189359941"/>
          <p:cNvSpPr>
            <a:spLocks noGrp="1"/>
          </p:cNvSpPr>
          <p:nvPr/>
        </p:nvSpPr>
        <p:spPr>
          <a:xfrm>
            <a:off x="323" y="5954414"/>
            <a:ext cx="12191677" cy="903586"/>
          </a:xfrm>
          <a:custGeom>
            <a:avLst/>
            <a:gdLst>
              <a:gd name="connsiteX0" fmla="*/ 12191677 w 12191677"/>
              <a:gd name="connsiteY0" fmla="*/ 0 h 903586"/>
              <a:gd name="connsiteX1" fmla="*/ 12191677 w 12191677"/>
              <a:gd name="connsiteY1" fmla="*/ 903586 h 903586"/>
              <a:gd name="connsiteX2" fmla="*/ 0 w 12191677"/>
              <a:gd name="connsiteY2" fmla="*/ 903586 h 903586"/>
              <a:gd name="connsiteX3" fmla="*/ 0 w 12191677"/>
              <a:gd name="connsiteY3" fmla="*/ 30805 h 903586"/>
              <a:gd name="connsiteX4" fmla="*/ 11935898 w 12191677"/>
              <a:gd name="connsiteY4" fmla="*/ 51546 h 903586"/>
            </a:gdLst>
            <a:ahLst/>
            <a:cxnLst/>
            <a:rect l="l" t="t" r="r" b="b"/>
            <a:pathLst>
              <a:path w="12191677" h="903586">
                <a:moveTo>
                  <a:pt x="12191677" y="0"/>
                </a:moveTo>
                <a:lnTo>
                  <a:pt x="12191677" y="903586"/>
                </a:lnTo>
                <a:lnTo>
                  <a:pt x="0" y="903586"/>
                </a:lnTo>
                <a:lnTo>
                  <a:pt x="0" y="30805"/>
                </a:lnTo>
                <a:cubicBezTo>
                  <a:pt x="3090122" y="551506"/>
                  <a:pt x="8949245" y="614137"/>
                  <a:pt x="11935898" y="51546"/>
                </a:cubicBezTo>
                <a:close/>
              </a:path>
            </a:pathLst>
          </a:custGeom>
          <a:solidFill>
            <a:srgbClr val="344778"/>
          </a:solidFill>
          <a:ln w="25400" cap="flat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86677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705" b="0" i="0" u="none" strike="noStrike" kern="0" cap="none" spc="0" baseline="0">
              <a:ln>
                <a:noFill/>
              </a:ln>
              <a:solidFill>
                <a:sysClr val="window" lastClr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 amt="13000"/>
          </a:blip>
          <a:srcRect r="11919"/>
          <a:stretch>
            <a:fillRect/>
          </a:stretch>
        </p:blipFill>
        <p:spPr>
          <a:xfrm>
            <a:off x="5278120" y="926465"/>
            <a:ext cx="6339840" cy="50279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61" name="觅知网-不倒翁ID:189359941"/>
          <p:cNvSpPr>
            <a:spLocks noGrp="1"/>
          </p:cNvSpPr>
          <p:nvPr/>
        </p:nvSpPr>
        <p:spPr>
          <a:xfrm>
            <a:off x="323" y="5954414"/>
            <a:ext cx="12191677" cy="903586"/>
          </a:xfrm>
          <a:custGeom>
            <a:avLst/>
            <a:gdLst>
              <a:gd name="connsiteX0" fmla="*/ 12191677 w 12191677"/>
              <a:gd name="connsiteY0" fmla="*/ 0 h 903586"/>
              <a:gd name="connsiteX1" fmla="*/ 12191677 w 12191677"/>
              <a:gd name="connsiteY1" fmla="*/ 903586 h 903586"/>
              <a:gd name="connsiteX2" fmla="*/ 0 w 12191677"/>
              <a:gd name="connsiteY2" fmla="*/ 903586 h 903586"/>
              <a:gd name="connsiteX3" fmla="*/ 0 w 12191677"/>
              <a:gd name="connsiteY3" fmla="*/ 30805 h 903586"/>
              <a:gd name="connsiteX4" fmla="*/ 11935898 w 12191677"/>
              <a:gd name="connsiteY4" fmla="*/ 51546 h 903586"/>
            </a:gdLst>
            <a:ahLst/>
            <a:cxnLst/>
            <a:rect l="l" t="t" r="r" b="b"/>
            <a:pathLst>
              <a:path w="12191677" h="903586">
                <a:moveTo>
                  <a:pt x="12191677" y="0"/>
                </a:moveTo>
                <a:lnTo>
                  <a:pt x="12191677" y="903586"/>
                </a:lnTo>
                <a:lnTo>
                  <a:pt x="0" y="903586"/>
                </a:lnTo>
                <a:lnTo>
                  <a:pt x="0" y="30805"/>
                </a:lnTo>
                <a:cubicBezTo>
                  <a:pt x="3090122" y="551506"/>
                  <a:pt x="8949245" y="614137"/>
                  <a:pt x="11935898" y="51546"/>
                </a:cubicBezTo>
                <a:close/>
              </a:path>
            </a:pathLst>
          </a:custGeom>
          <a:solidFill>
            <a:srgbClr val="344778"/>
          </a:solidFill>
          <a:ln w="25400" cap="flat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86677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705" b="0" i="0" u="none" strike="noStrike" kern="0" cap="none" spc="0" baseline="0">
              <a:ln>
                <a:noFill/>
              </a:ln>
              <a:solidFill>
                <a:sysClr val="window" lastClr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 amt="13000"/>
          </a:blip>
          <a:srcRect r="11919"/>
          <a:stretch>
            <a:fillRect/>
          </a:stretch>
        </p:blipFill>
        <p:spPr>
          <a:xfrm>
            <a:off x="5278120" y="926465"/>
            <a:ext cx="6339840" cy="5027930"/>
          </a:xfrm>
          <a:prstGeom prst="rect">
            <a:avLst/>
          </a:prstGeom>
        </p:spPr>
      </p:pic>
      <p:sp>
        <p:nvSpPr>
          <p:cNvPr id="13" name="觅知网-不倒翁ID:189359941"/>
          <p:cNvSpPr>
            <a:spLocks noGrp="1"/>
          </p:cNvSpPr>
          <p:nvPr/>
        </p:nvSpPr>
        <p:spPr>
          <a:xfrm rot="21314498">
            <a:off x="955163" y="647567"/>
            <a:ext cx="10003553" cy="6834696"/>
          </a:xfrm>
          <a:custGeom>
            <a:avLst/>
            <a:gdLst>
              <a:gd name="connsiteX0" fmla="*/ 8410936 w 8410937"/>
              <a:gd name="connsiteY0" fmla="*/ 0 h 5746578"/>
              <a:gd name="connsiteX1" fmla="*/ 8410937 w 8410937"/>
              <a:gd name="connsiteY1" fmla="*/ 5746578 h 5746578"/>
              <a:gd name="connsiteX2" fmla="*/ 0 w 8410937"/>
              <a:gd name="connsiteY2" fmla="*/ 5046446 h 5746578"/>
              <a:gd name="connsiteX3" fmla="*/ 0 w 8410937"/>
              <a:gd name="connsiteY3" fmla="*/ 0 h 5746578"/>
            </a:gdLst>
            <a:ahLst/>
            <a:cxnLst/>
            <a:rect l="l" t="t" r="r" b="b"/>
            <a:pathLst>
              <a:path w="8410937" h="5746578">
                <a:moveTo>
                  <a:pt x="8410936" y="0"/>
                </a:moveTo>
                <a:lnTo>
                  <a:pt x="8410937" y="5746578"/>
                </a:lnTo>
                <a:lnTo>
                  <a:pt x="0" y="5046446"/>
                </a:lnTo>
                <a:lnTo>
                  <a:pt x="0" y="0"/>
                </a:lnTo>
                <a:close/>
              </a:path>
            </a:pathLst>
          </a:custGeom>
          <a:solidFill>
            <a:srgbClr val="344778"/>
          </a:solidFill>
          <a:ln w="1270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0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14" name="觅知网-不倒翁ID:189359941"/>
          <p:cNvSpPr>
            <a:spLocks noGrp="1"/>
          </p:cNvSpPr>
          <p:nvPr/>
        </p:nvSpPr>
        <p:spPr>
          <a:xfrm>
            <a:off x="1245983" y="647056"/>
            <a:ext cx="10003551" cy="6408514"/>
          </a:xfrm>
          <a:custGeom>
            <a:avLst/>
            <a:gdLst>
              <a:gd name="connsiteX0" fmla="*/ 0 w 8410936"/>
              <a:gd name="connsiteY0" fmla="*/ 0 h 5388246"/>
              <a:gd name="connsiteX1" fmla="*/ 8410936 w 8410936"/>
              <a:gd name="connsiteY1" fmla="*/ 0 h 5388246"/>
              <a:gd name="connsiteX2" fmla="*/ 8410936 w 8410936"/>
              <a:gd name="connsiteY2" fmla="*/ 5388246 h 5388246"/>
              <a:gd name="connsiteX3" fmla="*/ 0 w 8410936"/>
              <a:gd name="connsiteY3" fmla="*/ 5388246 h 5388246"/>
            </a:gdLst>
            <a:ahLst/>
            <a:cxnLst/>
            <a:rect l="l" t="t" r="r" b="b"/>
            <a:pathLst>
              <a:path w="8410936" h="5388246">
                <a:moveTo>
                  <a:pt x="0" y="0"/>
                </a:moveTo>
                <a:lnTo>
                  <a:pt x="8410936" y="0"/>
                </a:lnTo>
                <a:lnTo>
                  <a:pt x="8410936" y="5388246"/>
                </a:lnTo>
                <a:lnTo>
                  <a:pt x="0" y="5388246"/>
                </a:lnTo>
                <a:close/>
              </a:path>
            </a:pathLst>
          </a:custGeom>
          <a:solidFill>
            <a:schemeClr val="bg1">
              <a:alpha val="93000"/>
            </a:schemeClr>
          </a:solidFill>
          <a:ln w="28575">
            <a:solidFill>
              <a:srgbClr val="3447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alphaModFix amt="9000"/>
          </a:blip>
          <a:srcRect b="19065"/>
          <a:stretch>
            <a:fillRect/>
          </a:stretch>
        </p:blipFill>
        <p:spPr>
          <a:xfrm>
            <a:off x="911225" y="476885"/>
            <a:ext cx="10437495" cy="555053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觅知网-不倒翁ID:189359941"/>
          <p:cNvSpPr>
            <a:spLocks noGrp="1"/>
          </p:cNvSpPr>
          <p:nvPr/>
        </p:nvSpPr>
        <p:spPr>
          <a:xfrm>
            <a:off x="323" y="5511138"/>
            <a:ext cx="12191677" cy="1346862"/>
          </a:xfrm>
          <a:custGeom>
            <a:avLst/>
            <a:gdLst>
              <a:gd name="connsiteX0" fmla="*/ 12191677 w 12191677"/>
              <a:gd name="connsiteY0" fmla="*/ 0 h 1346862"/>
              <a:gd name="connsiteX1" fmla="*/ 12191677 w 12191677"/>
              <a:gd name="connsiteY1" fmla="*/ 1346862 h 1346862"/>
              <a:gd name="connsiteX2" fmla="*/ 0 w 12191677"/>
              <a:gd name="connsiteY2" fmla="*/ 1346862 h 1346862"/>
              <a:gd name="connsiteX3" fmla="*/ 0 w 12191677"/>
              <a:gd name="connsiteY3" fmla="*/ 42381 h 1346862"/>
              <a:gd name="connsiteX4" fmla="*/ 11935898 w 12191677"/>
              <a:gd name="connsiteY4" fmla="*/ 70915 h 1346862"/>
            </a:gdLst>
            <a:ahLst/>
            <a:cxnLst/>
            <a:rect l="l" t="t" r="r" b="b"/>
            <a:pathLst>
              <a:path w="12191677" h="1346862">
                <a:moveTo>
                  <a:pt x="12191677" y="0"/>
                </a:moveTo>
                <a:lnTo>
                  <a:pt x="12191677" y="1346862"/>
                </a:lnTo>
                <a:lnTo>
                  <a:pt x="0" y="1346862"/>
                </a:lnTo>
                <a:lnTo>
                  <a:pt x="0" y="42381"/>
                </a:lnTo>
                <a:cubicBezTo>
                  <a:pt x="3090122" y="758737"/>
                  <a:pt x="8949245" y="844902"/>
                  <a:pt x="11935898" y="70915"/>
                </a:cubicBezTo>
                <a:close/>
              </a:path>
            </a:pathLst>
          </a:custGeom>
          <a:solidFill>
            <a:srgbClr val="344778"/>
          </a:solidFill>
          <a:ln w="25400" cap="flat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86677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705" b="0" i="0" u="none" strike="noStrike" kern="0" cap="none" spc="0" baseline="0">
              <a:ln>
                <a:noFill/>
              </a:ln>
              <a:solidFill>
                <a:sysClr val="window" lastClr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3" name="觅知网-不倒翁ID:189359941"/>
          <p:cNvSpPr>
            <a:spLocks noGrp="1"/>
          </p:cNvSpPr>
          <p:nvPr/>
        </p:nvSpPr>
        <p:spPr>
          <a:xfrm flipH="1">
            <a:off x="7149832" y="2636912"/>
            <a:ext cx="2896210" cy="4169"/>
          </a:xfrm>
          <a:prstGeom prst="line">
            <a:avLst/>
          </a:prstGeom>
          <a:ln w="12700">
            <a:solidFill>
              <a:srgbClr val="0B29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" name="觅知网-不倒翁ID:189359941"/>
          <p:cNvSpPr>
            <a:spLocks noGrp="1"/>
          </p:cNvSpPr>
          <p:nvPr/>
        </p:nvSpPr>
        <p:spPr>
          <a:xfrm>
            <a:off x="4012080" y="2436857"/>
            <a:ext cx="4172152" cy="40011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0B29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6" name="觅知网-不倒翁ID:189359941"/>
          <p:cNvSpPr>
            <a:spLocks noGrp="1"/>
          </p:cNvSpPr>
          <p:nvPr/>
        </p:nvSpPr>
        <p:spPr>
          <a:xfrm>
            <a:off x="4228104" y="2436857"/>
            <a:ext cx="374010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0B29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2025</a:t>
            </a:r>
            <a:r>
              <a:rPr sz="2000" b="0" i="0" u="none" strike="noStrike" cap="none" spc="0" baseline="0">
                <a:ln>
                  <a:noFill/>
                </a:ln>
                <a:solidFill>
                  <a:srgbClr val="0B29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级研究生开题答辩</a:t>
            </a:r>
            <a:endParaRPr sz="2000" b="0" i="0" u="none" strike="noStrike" kern="1200" cap="none" spc="0" baseline="0">
              <a:ln>
                <a:noFill/>
              </a:ln>
              <a:solidFill>
                <a:srgbClr val="0B29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7" name="觅知网-不倒翁ID:189359941"/>
          <p:cNvCxnSpPr>
            <a:stCxn id="4" idx="1"/>
          </p:cNvCxnSpPr>
          <p:nvPr/>
        </p:nvCxnSpPr>
        <p:spPr>
          <a:xfrm flipH="1">
            <a:off x="2150270" y="2636912"/>
            <a:ext cx="1861810" cy="4169"/>
          </a:xfrm>
          <a:prstGeom prst="line">
            <a:avLst/>
          </a:prstGeom>
          <a:ln w="12700">
            <a:solidFill>
              <a:srgbClr val="0B29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觅知网-不倒翁ID:189359941"/>
          <p:cNvSpPr>
            <a:spLocks noGrp="1"/>
          </p:cNvSpPr>
          <p:nvPr/>
        </p:nvSpPr>
        <p:spPr>
          <a:xfrm>
            <a:off x="1991611" y="3212701"/>
            <a:ext cx="822960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>
                <a:ln>
                  <a:noFill/>
                </a:ln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苏格拉底式智能体辅助阅读对</a:t>
            </a:r>
            <a:endParaRPr sz="320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>
                <a:ln>
                  <a:noFill/>
                </a:ln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科研新手文献批判性评价表现的影响</a:t>
            </a:r>
            <a:endParaRPr sz="3200" b="0" i="0" u="none" strike="noStrike" kern="1200" cap="none" spc="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5" name="觅知网-不倒翁ID:189359941"/>
          <p:cNvSpPr>
            <a:spLocks noGrp="1"/>
          </p:cNvSpPr>
          <p:nvPr/>
        </p:nvSpPr>
        <p:spPr>
          <a:xfrm>
            <a:off x="2993517" y="5308420"/>
            <a:ext cx="1584960" cy="327025"/>
          </a:xfrm>
          <a:prstGeom prst="rect">
            <a:avLst/>
          </a:prstGeom>
          <a:noFill/>
        </p:spPr>
        <p:txBody>
          <a:bodyPr wrap="none" lIns="81382" tIns="40691" rIns="81382" bIns="40691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答辩人：</a:t>
            </a:r>
            <a:r>
              <a:rPr sz="16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彭诗婕</a:t>
            </a:r>
            <a:endParaRPr sz="16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6" name="觅知网-不倒翁ID:189359941"/>
          <p:cNvSpPr>
            <a:spLocks noGrp="1"/>
          </p:cNvSpPr>
          <p:nvPr/>
        </p:nvSpPr>
        <p:spPr>
          <a:xfrm>
            <a:off x="2725741" y="5285224"/>
            <a:ext cx="276085" cy="328705"/>
          </a:xfrm>
          <a:custGeom>
            <a:avLst/>
            <a:gdLst>
              <a:gd name="connsiteX0" fmla="*/ 172784 w 510964"/>
              <a:gd name="connsiteY0" fmla="*/ 386345 h 608344"/>
              <a:gd name="connsiteX1" fmla="*/ 182733 w 510964"/>
              <a:gd name="connsiteY1" fmla="*/ 392738 h 608344"/>
              <a:gd name="connsiteX2" fmla="*/ 255039 w 510964"/>
              <a:gd name="connsiteY2" fmla="*/ 508213 h 608344"/>
              <a:gd name="connsiteX3" fmla="*/ 255531 w 510964"/>
              <a:gd name="connsiteY3" fmla="*/ 508115 h 608344"/>
              <a:gd name="connsiteX4" fmla="*/ 255925 w 510964"/>
              <a:gd name="connsiteY4" fmla="*/ 508213 h 608344"/>
              <a:gd name="connsiteX5" fmla="*/ 328231 w 510964"/>
              <a:gd name="connsiteY5" fmla="*/ 392738 h 608344"/>
              <a:gd name="connsiteX6" fmla="*/ 338278 w 510964"/>
              <a:gd name="connsiteY6" fmla="*/ 386345 h 608344"/>
              <a:gd name="connsiteX7" fmla="*/ 343795 w 510964"/>
              <a:gd name="connsiteY7" fmla="*/ 387820 h 608344"/>
              <a:gd name="connsiteX8" fmla="*/ 408023 w 510964"/>
              <a:gd name="connsiteY8" fmla="*/ 420771 h 608344"/>
              <a:gd name="connsiteX9" fmla="*/ 510964 w 510964"/>
              <a:gd name="connsiteY9" fmla="*/ 490213 h 608344"/>
              <a:gd name="connsiteX10" fmla="*/ 510964 w 510964"/>
              <a:gd name="connsiteY10" fmla="*/ 491984 h 608344"/>
              <a:gd name="connsiteX11" fmla="*/ 510964 w 510964"/>
              <a:gd name="connsiteY11" fmla="*/ 606672 h 608344"/>
              <a:gd name="connsiteX12" fmla="*/ 510964 w 510964"/>
              <a:gd name="connsiteY12" fmla="*/ 608344 h 608344"/>
              <a:gd name="connsiteX13" fmla="*/ 255925 w 510964"/>
              <a:gd name="connsiteY13" fmla="*/ 608344 h 608344"/>
              <a:gd name="connsiteX14" fmla="*/ 255531 w 510964"/>
              <a:gd name="connsiteY14" fmla="*/ 608344 h 608344"/>
              <a:gd name="connsiteX15" fmla="*/ 255039 w 510964"/>
              <a:gd name="connsiteY15" fmla="*/ 608344 h 608344"/>
              <a:gd name="connsiteX16" fmla="*/ 0 w 510964"/>
              <a:gd name="connsiteY16" fmla="*/ 608344 h 608344"/>
              <a:gd name="connsiteX17" fmla="*/ 0 w 510964"/>
              <a:gd name="connsiteY17" fmla="*/ 606672 h 608344"/>
              <a:gd name="connsiteX18" fmla="*/ 0 w 510964"/>
              <a:gd name="connsiteY18" fmla="*/ 491984 h 608344"/>
              <a:gd name="connsiteX19" fmla="*/ 0 w 510964"/>
              <a:gd name="connsiteY19" fmla="*/ 490213 h 608344"/>
              <a:gd name="connsiteX20" fmla="*/ 102941 w 510964"/>
              <a:gd name="connsiteY20" fmla="*/ 420771 h 608344"/>
              <a:gd name="connsiteX21" fmla="*/ 167169 w 510964"/>
              <a:gd name="connsiteY21" fmla="*/ 387820 h 608344"/>
              <a:gd name="connsiteX22" fmla="*/ 172784 w 510964"/>
              <a:gd name="connsiteY22" fmla="*/ 386345 h 608344"/>
              <a:gd name="connsiteX23" fmla="*/ 255517 w 510964"/>
              <a:gd name="connsiteY23" fmla="*/ 0 h 608344"/>
              <a:gd name="connsiteX24" fmla="*/ 267931 w 510964"/>
              <a:gd name="connsiteY24" fmla="*/ 3639 h 608344"/>
              <a:gd name="connsiteX25" fmla="*/ 438857 w 510964"/>
              <a:gd name="connsiteY25" fmla="*/ 87048 h 608344"/>
              <a:gd name="connsiteX26" fmla="*/ 446935 w 510964"/>
              <a:gd name="connsiteY26" fmla="*/ 96786 h 608344"/>
              <a:gd name="connsiteX27" fmla="*/ 441024 w 510964"/>
              <a:gd name="connsiteY27" fmla="*/ 105245 h 608344"/>
              <a:gd name="connsiteX28" fmla="*/ 430483 w 510964"/>
              <a:gd name="connsiteY28" fmla="*/ 110655 h 608344"/>
              <a:gd name="connsiteX29" fmla="*/ 430483 w 510964"/>
              <a:gd name="connsiteY29" fmla="*/ 165736 h 608344"/>
              <a:gd name="connsiteX30" fmla="*/ 436985 w 510964"/>
              <a:gd name="connsiteY30" fmla="*/ 176851 h 608344"/>
              <a:gd name="connsiteX31" fmla="*/ 431665 w 510964"/>
              <a:gd name="connsiteY31" fmla="*/ 186982 h 608344"/>
              <a:gd name="connsiteX32" fmla="*/ 439054 w 510964"/>
              <a:gd name="connsiteY32" fmla="*/ 227506 h 608344"/>
              <a:gd name="connsiteX33" fmla="*/ 408809 w 510964"/>
              <a:gd name="connsiteY33" fmla="*/ 227506 h 608344"/>
              <a:gd name="connsiteX34" fmla="*/ 416198 w 510964"/>
              <a:gd name="connsiteY34" fmla="*/ 186982 h 608344"/>
              <a:gd name="connsiteX35" fmla="*/ 410878 w 510964"/>
              <a:gd name="connsiteY35" fmla="*/ 176851 h 608344"/>
              <a:gd name="connsiteX36" fmla="*/ 417479 w 510964"/>
              <a:gd name="connsiteY36" fmla="*/ 165736 h 608344"/>
              <a:gd name="connsiteX37" fmla="*/ 417479 w 510964"/>
              <a:gd name="connsiteY37" fmla="*/ 116950 h 608344"/>
              <a:gd name="connsiteX38" fmla="*/ 376397 w 510964"/>
              <a:gd name="connsiteY38" fmla="*/ 136818 h 608344"/>
              <a:gd name="connsiteX39" fmla="*/ 375905 w 510964"/>
              <a:gd name="connsiteY39" fmla="*/ 157277 h 608344"/>
              <a:gd name="connsiteX40" fmla="*/ 369107 w 510964"/>
              <a:gd name="connsiteY40" fmla="*/ 201834 h 608344"/>
              <a:gd name="connsiteX41" fmla="*/ 379845 w 510964"/>
              <a:gd name="connsiteY41" fmla="*/ 226719 h 608344"/>
              <a:gd name="connsiteX42" fmla="*/ 379747 w 510964"/>
              <a:gd name="connsiteY42" fmla="*/ 227014 h 608344"/>
              <a:gd name="connsiteX43" fmla="*/ 379845 w 510964"/>
              <a:gd name="connsiteY43" fmla="*/ 228490 h 608344"/>
              <a:gd name="connsiteX44" fmla="*/ 351768 w 510964"/>
              <a:gd name="connsiteY44" fmla="*/ 279342 h 608344"/>
              <a:gd name="connsiteX45" fmla="*/ 291969 w 510964"/>
              <a:gd name="connsiteY45" fmla="*/ 351833 h 608344"/>
              <a:gd name="connsiteX46" fmla="*/ 255517 w 510964"/>
              <a:gd name="connsiteY46" fmla="*/ 360095 h 608344"/>
              <a:gd name="connsiteX47" fmla="*/ 219066 w 510964"/>
              <a:gd name="connsiteY47" fmla="*/ 351833 h 608344"/>
              <a:gd name="connsiteX48" fmla="*/ 159267 w 510964"/>
              <a:gd name="connsiteY48" fmla="*/ 279342 h 608344"/>
              <a:gd name="connsiteX49" fmla="*/ 131190 w 510964"/>
              <a:gd name="connsiteY49" fmla="*/ 228490 h 608344"/>
              <a:gd name="connsiteX50" fmla="*/ 131190 w 510964"/>
              <a:gd name="connsiteY50" fmla="*/ 227014 h 608344"/>
              <a:gd name="connsiteX51" fmla="*/ 131190 w 510964"/>
              <a:gd name="connsiteY51" fmla="*/ 226719 h 608344"/>
              <a:gd name="connsiteX52" fmla="*/ 141830 w 510964"/>
              <a:gd name="connsiteY52" fmla="*/ 201834 h 608344"/>
              <a:gd name="connsiteX53" fmla="*/ 135032 w 510964"/>
              <a:gd name="connsiteY53" fmla="*/ 157277 h 608344"/>
              <a:gd name="connsiteX54" fmla="*/ 134539 w 510964"/>
              <a:gd name="connsiteY54" fmla="*/ 136818 h 608344"/>
              <a:gd name="connsiteX55" fmla="*/ 70011 w 510964"/>
              <a:gd name="connsiteY55" fmla="*/ 105245 h 608344"/>
              <a:gd name="connsiteX56" fmla="*/ 64002 w 510964"/>
              <a:gd name="connsiteY56" fmla="*/ 96786 h 608344"/>
              <a:gd name="connsiteX57" fmla="*/ 72080 w 510964"/>
              <a:gd name="connsiteY57" fmla="*/ 87048 h 608344"/>
              <a:gd name="connsiteX58" fmla="*/ 243006 w 510964"/>
              <a:gd name="connsiteY58" fmla="*/ 3639 h 608344"/>
              <a:gd name="connsiteX59" fmla="*/ 255517 w 510964"/>
              <a:gd name="connsiteY59" fmla="*/ 0 h 608344"/>
            </a:gdLst>
            <a:ahLst/>
            <a:cxnLst/>
            <a:rect l="l" t="t" r="r" b="b"/>
            <a:pathLst>
              <a:path w="510964" h="608344">
                <a:moveTo>
                  <a:pt x="172784" y="386345"/>
                </a:moveTo>
                <a:cubicBezTo>
                  <a:pt x="177217" y="386345"/>
                  <a:pt x="180960" y="389001"/>
                  <a:pt x="182733" y="392738"/>
                </a:cubicBezTo>
                <a:cubicBezTo>
                  <a:pt x="200169" y="421853"/>
                  <a:pt x="232480" y="506640"/>
                  <a:pt x="255039" y="508213"/>
                </a:cubicBezTo>
                <a:cubicBezTo>
                  <a:pt x="255236" y="508213"/>
                  <a:pt x="255334" y="508115"/>
                  <a:pt x="255531" y="508115"/>
                </a:cubicBezTo>
                <a:cubicBezTo>
                  <a:pt x="255630" y="508115"/>
                  <a:pt x="255827" y="508213"/>
                  <a:pt x="255925" y="508213"/>
                </a:cubicBezTo>
                <a:cubicBezTo>
                  <a:pt x="278484" y="506640"/>
                  <a:pt x="310795" y="421853"/>
                  <a:pt x="328231" y="392738"/>
                </a:cubicBezTo>
                <a:cubicBezTo>
                  <a:pt x="330004" y="389001"/>
                  <a:pt x="333846" y="386345"/>
                  <a:pt x="338278" y="386345"/>
                </a:cubicBezTo>
                <a:cubicBezTo>
                  <a:pt x="340249" y="386345"/>
                  <a:pt x="342120" y="386935"/>
                  <a:pt x="343795" y="387820"/>
                </a:cubicBezTo>
                <a:cubicBezTo>
                  <a:pt x="350099" y="391263"/>
                  <a:pt x="386942" y="413197"/>
                  <a:pt x="408023" y="420771"/>
                </a:cubicBezTo>
                <a:cubicBezTo>
                  <a:pt x="479047" y="446345"/>
                  <a:pt x="510964" y="472410"/>
                  <a:pt x="510964" y="490213"/>
                </a:cubicBezTo>
                <a:lnTo>
                  <a:pt x="510964" y="491984"/>
                </a:lnTo>
                <a:lnTo>
                  <a:pt x="510964" y="606672"/>
                </a:lnTo>
                <a:lnTo>
                  <a:pt x="510964" y="608344"/>
                </a:lnTo>
                <a:lnTo>
                  <a:pt x="255925" y="608344"/>
                </a:lnTo>
                <a:lnTo>
                  <a:pt x="255531" y="608344"/>
                </a:lnTo>
                <a:lnTo>
                  <a:pt x="255039" y="608344"/>
                </a:lnTo>
                <a:lnTo>
                  <a:pt x="0" y="608344"/>
                </a:lnTo>
                <a:lnTo>
                  <a:pt x="0" y="606672"/>
                </a:lnTo>
                <a:lnTo>
                  <a:pt x="0" y="491984"/>
                </a:lnTo>
                <a:lnTo>
                  <a:pt x="0" y="490213"/>
                </a:lnTo>
                <a:cubicBezTo>
                  <a:pt x="0" y="472410"/>
                  <a:pt x="31917" y="446345"/>
                  <a:pt x="102941" y="420771"/>
                </a:cubicBezTo>
                <a:cubicBezTo>
                  <a:pt x="124121" y="413197"/>
                  <a:pt x="160865" y="391263"/>
                  <a:pt x="167169" y="387820"/>
                </a:cubicBezTo>
                <a:cubicBezTo>
                  <a:pt x="168844" y="386935"/>
                  <a:pt x="170715" y="386345"/>
                  <a:pt x="172784" y="386345"/>
                </a:cubicBezTo>
                <a:close/>
                <a:moveTo>
                  <a:pt x="255517" y="0"/>
                </a:moveTo>
                <a:cubicBezTo>
                  <a:pt x="258966" y="295"/>
                  <a:pt x="263005" y="1279"/>
                  <a:pt x="267931" y="3639"/>
                </a:cubicBezTo>
                <a:cubicBezTo>
                  <a:pt x="279260" y="9049"/>
                  <a:pt x="393933" y="65016"/>
                  <a:pt x="438857" y="87048"/>
                </a:cubicBezTo>
                <a:cubicBezTo>
                  <a:pt x="445162" y="90098"/>
                  <a:pt x="447526" y="93540"/>
                  <a:pt x="446935" y="96786"/>
                </a:cubicBezTo>
                <a:cubicBezTo>
                  <a:pt x="447427" y="99933"/>
                  <a:pt x="445162" y="102884"/>
                  <a:pt x="441024" y="105245"/>
                </a:cubicBezTo>
                <a:cubicBezTo>
                  <a:pt x="439448" y="106130"/>
                  <a:pt x="435605" y="108097"/>
                  <a:pt x="430483" y="110655"/>
                </a:cubicBezTo>
                <a:lnTo>
                  <a:pt x="430483" y="165736"/>
                </a:lnTo>
                <a:cubicBezTo>
                  <a:pt x="434325" y="167998"/>
                  <a:pt x="436985" y="172031"/>
                  <a:pt x="436985" y="176851"/>
                </a:cubicBezTo>
                <a:cubicBezTo>
                  <a:pt x="436985" y="181080"/>
                  <a:pt x="434817" y="184621"/>
                  <a:pt x="431665" y="186982"/>
                </a:cubicBezTo>
                <a:cubicBezTo>
                  <a:pt x="431665" y="186982"/>
                  <a:pt x="437576" y="220129"/>
                  <a:pt x="439054" y="227506"/>
                </a:cubicBezTo>
                <a:cubicBezTo>
                  <a:pt x="440630" y="234883"/>
                  <a:pt x="407036" y="236654"/>
                  <a:pt x="408809" y="227506"/>
                </a:cubicBezTo>
                <a:cubicBezTo>
                  <a:pt x="410582" y="218260"/>
                  <a:pt x="416198" y="186982"/>
                  <a:pt x="416198" y="186982"/>
                </a:cubicBezTo>
                <a:cubicBezTo>
                  <a:pt x="413045" y="184621"/>
                  <a:pt x="410878" y="181080"/>
                  <a:pt x="410878" y="176851"/>
                </a:cubicBezTo>
                <a:cubicBezTo>
                  <a:pt x="410878" y="172031"/>
                  <a:pt x="413636" y="167998"/>
                  <a:pt x="417479" y="165736"/>
                </a:cubicBezTo>
                <a:lnTo>
                  <a:pt x="417479" y="116950"/>
                </a:lnTo>
                <a:cubicBezTo>
                  <a:pt x="403588" y="123737"/>
                  <a:pt x="386938" y="131802"/>
                  <a:pt x="376397" y="136818"/>
                </a:cubicBezTo>
                <a:cubicBezTo>
                  <a:pt x="376299" y="144294"/>
                  <a:pt x="376200" y="157080"/>
                  <a:pt x="375905" y="157277"/>
                </a:cubicBezTo>
                <a:cubicBezTo>
                  <a:pt x="373836" y="175670"/>
                  <a:pt x="370191" y="196031"/>
                  <a:pt x="369107" y="201834"/>
                </a:cubicBezTo>
                <a:cubicBezTo>
                  <a:pt x="370880" y="202719"/>
                  <a:pt x="379845" y="208621"/>
                  <a:pt x="379845" y="226719"/>
                </a:cubicBezTo>
                <a:cubicBezTo>
                  <a:pt x="379845" y="226818"/>
                  <a:pt x="379747" y="226916"/>
                  <a:pt x="379747" y="227014"/>
                </a:cubicBezTo>
                <a:cubicBezTo>
                  <a:pt x="379845" y="227506"/>
                  <a:pt x="379845" y="227998"/>
                  <a:pt x="379845" y="228490"/>
                </a:cubicBezTo>
                <a:cubicBezTo>
                  <a:pt x="376003" y="278948"/>
                  <a:pt x="355906" y="257211"/>
                  <a:pt x="351768" y="279342"/>
                </a:cubicBezTo>
                <a:cubicBezTo>
                  <a:pt x="344872" y="316030"/>
                  <a:pt x="312263" y="342587"/>
                  <a:pt x="291969" y="351833"/>
                </a:cubicBezTo>
                <a:cubicBezTo>
                  <a:pt x="280245" y="357144"/>
                  <a:pt x="268128" y="359800"/>
                  <a:pt x="255517" y="360095"/>
                </a:cubicBezTo>
                <a:cubicBezTo>
                  <a:pt x="242809" y="359800"/>
                  <a:pt x="230790" y="357144"/>
                  <a:pt x="219066" y="351833"/>
                </a:cubicBezTo>
                <a:cubicBezTo>
                  <a:pt x="198772" y="342587"/>
                  <a:pt x="166163" y="316030"/>
                  <a:pt x="159267" y="279342"/>
                </a:cubicBezTo>
                <a:cubicBezTo>
                  <a:pt x="155129" y="257211"/>
                  <a:pt x="135032" y="278948"/>
                  <a:pt x="131190" y="228490"/>
                </a:cubicBezTo>
                <a:cubicBezTo>
                  <a:pt x="131190" y="227998"/>
                  <a:pt x="131190" y="227506"/>
                  <a:pt x="131190" y="227014"/>
                </a:cubicBezTo>
                <a:cubicBezTo>
                  <a:pt x="131190" y="226916"/>
                  <a:pt x="131190" y="226818"/>
                  <a:pt x="131190" y="226719"/>
                </a:cubicBezTo>
                <a:cubicBezTo>
                  <a:pt x="131190" y="208621"/>
                  <a:pt x="140056" y="202719"/>
                  <a:pt x="141830" y="201834"/>
                </a:cubicBezTo>
                <a:cubicBezTo>
                  <a:pt x="140844" y="196031"/>
                  <a:pt x="137199" y="175670"/>
                  <a:pt x="135032" y="157277"/>
                </a:cubicBezTo>
                <a:cubicBezTo>
                  <a:pt x="134835" y="157080"/>
                  <a:pt x="134638" y="144294"/>
                  <a:pt x="134539" y="136818"/>
                </a:cubicBezTo>
                <a:cubicBezTo>
                  <a:pt x="115427" y="127671"/>
                  <a:pt x="75824" y="108589"/>
                  <a:pt x="70011" y="105245"/>
                </a:cubicBezTo>
                <a:cubicBezTo>
                  <a:pt x="65775" y="102884"/>
                  <a:pt x="63608" y="99933"/>
                  <a:pt x="64002" y="96786"/>
                </a:cubicBezTo>
                <a:cubicBezTo>
                  <a:pt x="63509" y="93540"/>
                  <a:pt x="65775" y="90098"/>
                  <a:pt x="72080" y="87048"/>
                </a:cubicBezTo>
                <a:cubicBezTo>
                  <a:pt x="117102" y="65016"/>
                  <a:pt x="231677" y="9049"/>
                  <a:pt x="243006" y="3639"/>
                </a:cubicBezTo>
                <a:cubicBezTo>
                  <a:pt x="247932" y="1279"/>
                  <a:pt x="252069" y="295"/>
                  <a:pt x="255517" y="0"/>
                </a:cubicBezTo>
                <a:close/>
              </a:path>
            </a:pathLst>
          </a:custGeom>
          <a:solidFill>
            <a:srgbClr val="344778"/>
          </a:solidFill>
          <a:ln>
            <a:noFill/>
          </a:ln>
        </p:spPr>
        <p:txBody>
          <a:bodyPr lIns="81382" tIns="40691" rIns="81382" bIns="40691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6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97" name="觅知网-不倒翁ID:189359941"/>
          <p:cNvSpPr>
            <a:spLocks noGrp="1"/>
          </p:cNvSpPr>
          <p:nvPr/>
        </p:nvSpPr>
        <p:spPr>
          <a:xfrm>
            <a:off x="3782322" y="5308420"/>
            <a:ext cx="164418" cy="328719"/>
          </a:xfrm>
          <a:prstGeom prst="rect">
            <a:avLst/>
          </a:prstGeom>
          <a:noFill/>
        </p:spPr>
        <p:txBody>
          <a:bodyPr wrap="none" lIns="81382" tIns="40691" rIns="81382" bIns="40691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6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103" name="觅知网-不倒翁ID:189359941"/>
          <p:cNvSpPr>
            <a:spLocks noGrp="1"/>
          </p:cNvSpPr>
          <p:nvPr/>
        </p:nvSpPr>
        <p:spPr>
          <a:xfrm>
            <a:off x="8312386" y="5291760"/>
            <a:ext cx="1280160" cy="327025"/>
          </a:xfrm>
          <a:prstGeom prst="rect">
            <a:avLst/>
          </a:prstGeom>
          <a:noFill/>
        </p:spPr>
        <p:txBody>
          <a:bodyPr wrap="none" lIns="81382" tIns="40691" rIns="81382" bIns="40691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班级：</a:t>
            </a:r>
            <a:r>
              <a:rPr sz="16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25</a:t>
            </a:r>
            <a:r>
              <a:rPr sz="16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UX</a:t>
            </a:r>
            <a:endParaRPr sz="16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4" name="觅知网-不倒翁ID:189359941"/>
          <p:cNvSpPr>
            <a:spLocks noGrp="1"/>
          </p:cNvSpPr>
          <p:nvPr/>
        </p:nvSpPr>
        <p:spPr>
          <a:xfrm>
            <a:off x="8044607" y="5309205"/>
            <a:ext cx="307621" cy="250993"/>
          </a:xfrm>
          <a:custGeom>
            <a:avLst/>
            <a:gdLst>
              <a:gd name="connsiteX0" fmla="*/ 508188 w 609120"/>
              <a:gd name="connsiteY0" fmla="*/ 388434 h 496992"/>
              <a:gd name="connsiteX1" fmla="*/ 508188 w 609120"/>
              <a:gd name="connsiteY1" fmla="*/ 438152 h 496992"/>
              <a:gd name="connsiteX2" fmla="*/ 557983 w 609120"/>
              <a:gd name="connsiteY2" fmla="*/ 438152 h 496992"/>
              <a:gd name="connsiteX3" fmla="*/ 557983 w 609120"/>
              <a:gd name="connsiteY3" fmla="*/ 388434 h 496992"/>
              <a:gd name="connsiteX4" fmla="*/ 51136 w 609120"/>
              <a:gd name="connsiteY4" fmla="*/ 388434 h 496992"/>
              <a:gd name="connsiteX5" fmla="*/ 51136 w 609120"/>
              <a:gd name="connsiteY5" fmla="*/ 438152 h 496992"/>
              <a:gd name="connsiteX6" fmla="*/ 100931 w 609120"/>
              <a:gd name="connsiteY6" fmla="*/ 438152 h 496992"/>
              <a:gd name="connsiteX7" fmla="*/ 100931 w 609120"/>
              <a:gd name="connsiteY7" fmla="*/ 388434 h 496992"/>
              <a:gd name="connsiteX8" fmla="*/ 508188 w 609120"/>
              <a:gd name="connsiteY8" fmla="*/ 314770 h 496992"/>
              <a:gd name="connsiteX9" fmla="*/ 508188 w 609120"/>
              <a:gd name="connsiteY9" fmla="*/ 364430 h 496992"/>
              <a:gd name="connsiteX10" fmla="*/ 557983 w 609120"/>
              <a:gd name="connsiteY10" fmla="*/ 364430 h 496992"/>
              <a:gd name="connsiteX11" fmla="*/ 557983 w 609120"/>
              <a:gd name="connsiteY11" fmla="*/ 314770 h 496992"/>
              <a:gd name="connsiteX12" fmla="*/ 51136 w 609120"/>
              <a:gd name="connsiteY12" fmla="*/ 314770 h 496992"/>
              <a:gd name="connsiteX13" fmla="*/ 51136 w 609120"/>
              <a:gd name="connsiteY13" fmla="*/ 364430 h 496992"/>
              <a:gd name="connsiteX14" fmla="*/ 100931 w 609120"/>
              <a:gd name="connsiteY14" fmla="*/ 364430 h 496992"/>
              <a:gd name="connsiteX15" fmla="*/ 100931 w 609120"/>
              <a:gd name="connsiteY15" fmla="*/ 314770 h 496992"/>
              <a:gd name="connsiteX16" fmla="*/ 354456 w 609120"/>
              <a:gd name="connsiteY16" fmla="*/ 314763 h 496992"/>
              <a:gd name="connsiteX17" fmla="*/ 354456 w 609120"/>
              <a:gd name="connsiteY17" fmla="*/ 364425 h 496992"/>
              <a:gd name="connsiteX18" fmla="*/ 404189 w 609120"/>
              <a:gd name="connsiteY18" fmla="*/ 364425 h 496992"/>
              <a:gd name="connsiteX19" fmla="*/ 404189 w 609120"/>
              <a:gd name="connsiteY19" fmla="*/ 314763 h 496992"/>
              <a:gd name="connsiteX20" fmla="*/ 279770 w 609120"/>
              <a:gd name="connsiteY20" fmla="*/ 314763 h 496992"/>
              <a:gd name="connsiteX21" fmla="*/ 279770 w 609120"/>
              <a:gd name="connsiteY21" fmla="*/ 364425 h 496992"/>
              <a:gd name="connsiteX22" fmla="*/ 329561 w 609120"/>
              <a:gd name="connsiteY22" fmla="*/ 364425 h 496992"/>
              <a:gd name="connsiteX23" fmla="*/ 329561 w 609120"/>
              <a:gd name="connsiteY23" fmla="*/ 314763 h 496992"/>
              <a:gd name="connsiteX24" fmla="*/ 205085 w 609120"/>
              <a:gd name="connsiteY24" fmla="*/ 314763 h 496992"/>
              <a:gd name="connsiteX25" fmla="*/ 205085 w 609120"/>
              <a:gd name="connsiteY25" fmla="*/ 364425 h 496992"/>
              <a:gd name="connsiteX26" fmla="*/ 254875 w 609120"/>
              <a:gd name="connsiteY26" fmla="*/ 364425 h 496992"/>
              <a:gd name="connsiteX27" fmla="*/ 254875 w 609120"/>
              <a:gd name="connsiteY27" fmla="*/ 314763 h 496992"/>
              <a:gd name="connsiteX28" fmla="*/ 469471 w 609120"/>
              <a:gd name="connsiteY28" fmla="*/ 288542 h 496992"/>
              <a:gd name="connsiteX29" fmla="*/ 596700 w 609120"/>
              <a:gd name="connsiteY29" fmla="*/ 288542 h 496992"/>
              <a:gd name="connsiteX30" fmla="*/ 596700 w 609120"/>
              <a:gd name="connsiteY30" fmla="*/ 496992 h 496992"/>
              <a:gd name="connsiteX31" fmla="*/ 469471 w 609120"/>
              <a:gd name="connsiteY31" fmla="*/ 496992 h 496992"/>
              <a:gd name="connsiteX32" fmla="*/ 12419 w 609120"/>
              <a:gd name="connsiteY32" fmla="*/ 288542 h 496992"/>
              <a:gd name="connsiteX33" fmla="*/ 139648 w 609120"/>
              <a:gd name="connsiteY33" fmla="*/ 288542 h 496992"/>
              <a:gd name="connsiteX34" fmla="*/ 139648 w 609120"/>
              <a:gd name="connsiteY34" fmla="*/ 496992 h 496992"/>
              <a:gd name="connsiteX35" fmla="*/ 12419 w 609120"/>
              <a:gd name="connsiteY35" fmla="*/ 496992 h 496992"/>
              <a:gd name="connsiteX36" fmla="*/ 469471 w 609120"/>
              <a:gd name="connsiteY36" fmla="*/ 257070 h 496992"/>
              <a:gd name="connsiteX37" fmla="*/ 609120 w 609120"/>
              <a:gd name="connsiteY37" fmla="*/ 257070 h 496992"/>
              <a:gd name="connsiteX38" fmla="*/ 609120 w 609120"/>
              <a:gd name="connsiteY38" fmla="*/ 271959 h 496992"/>
              <a:gd name="connsiteX39" fmla="*/ 469471 w 609120"/>
              <a:gd name="connsiteY39" fmla="*/ 271959 h 496992"/>
              <a:gd name="connsiteX40" fmla="*/ 0 w 609120"/>
              <a:gd name="connsiteY40" fmla="*/ 257070 h 496992"/>
              <a:gd name="connsiteX41" fmla="*/ 139649 w 609120"/>
              <a:gd name="connsiteY41" fmla="*/ 257070 h 496992"/>
              <a:gd name="connsiteX42" fmla="*/ 139649 w 609120"/>
              <a:gd name="connsiteY42" fmla="*/ 271959 h 496992"/>
              <a:gd name="connsiteX43" fmla="*/ 0 w 609120"/>
              <a:gd name="connsiteY43" fmla="*/ 271959 h 496992"/>
              <a:gd name="connsiteX44" fmla="*/ 354456 w 609120"/>
              <a:gd name="connsiteY44" fmla="*/ 240183 h 496992"/>
              <a:gd name="connsiteX45" fmla="*/ 354456 w 609120"/>
              <a:gd name="connsiteY45" fmla="*/ 289903 h 496992"/>
              <a:gd name="connsiteX46" fmla="*/ 404189 w 609120"/>
              <a:gd name="connsiteY46" fmla="*/ 289903 h 496992"/>
              <a:gd name="connsiteX47" fmla="*/ 404189 w 609120"/>
              <a:gd name="connsiteY47" fmla="*/ 240183 h 496992"/>
              <a:gd name="connsiteX48" fmla="*/ 279770 w 609120"/>
              <a:gd name="connsiteY48" fmla="*/ 240183 h 496992"/>
              <a:gd name="connsiteX49" fmla="*/ 279770 w 609120"/>
              <a:gd name="connsiteY49" fmla="*/ 289903 h 496992"/>
              <a:gd name="connsiteX50" fmla="*/ 329561 w 609120"/>
              <a:gd name="connsiteY50" fmla="*/ 289903 h 496992"/>
              <a:gd name="connsiteX51" fmla="*/ 329561 w 609120"/>
              <a:gd name="connsiteY51" fmla="*/ 240183 h 496992"/>
              <a:gd name="connsiteX52" fmla="*/ 205085 w 609120"/>
              <a:gd name="connsiteY52" fmla="*/ 240183 h 496992"/>
              <a:gd name="connsiteX53" fmla="*/ 205085 w 609120"/>
              <a:gd name="connsiteY53" fmla="*/ 289903 h 496992"/>
              <a:gd name="connsiteX54" fmla="*/ 254875 w 609120"/>
              <a:gd name="connsiteY54" fmla="*/ 289903 h 496992"/>
              <a:gd name="connsiteX55" fmla="*/ 254875 w 609120"/>
              <a:gd name="connsiteY55" fmla="*/ 240183 h 496992"/>
              <a:gd name="connsiteX56" fmla="*/ 354456 w 609120"/>
              <a:gd name="connsiteY56" fmla="*/ 165603 h 496992"/>
              <a:gd name="connsiteX57" fmla="*/ 354456 w 609120"/>
              <a:gd name="connsiteY57" fmla="*/ 215323 h 496992"/>
              <a:gd name="connsiteX58" fmla="*/ 404189 w 609120"/>
              <a:gd name="connsiteY58" fmla="*/ 215323 h 496992"/>
              <a:gd name="connsiteX59" fmla="*/ 404189 w 609120"/>
              <a:gd name="connsiteY59" fmla="*/ 165603 h 496992"/>
              <a:gd name="connsiteX60" fmla="*/ 279770 w 609120"/>
              <a:gd name="connsiteY60" fmla="*/ 165603 h 496992"/>
              <a:gd name="connsiteX61" fmla="*/ 279770 w 609120"/>
              <a:gd name="connsiteY61" fmla="*/ 215323 h 496992"/>
              <a:gd name="connsiteX62" fmla="*/ 329561 w 609120"/>
              <a:gd name="connsiteY62" fmla="*/ 215323 h 496992"/>
              <a:gd name="connsiteX63" fmla="*/ 329561 w 609120"/>
              <a:gd name="connsiteY63" fmla="*/ 165603 h 496992"/>
              <a:gd name="connsiteX64" fmla="*/ 205085 w 609120"/>
              <a:gd name="connsiteY64" fmla="*/ 165603 h 496992"/>
              <a:gd name="connsiteX65" fmla="*/ 205085 w 609120"/>
              <a:gd name="connsiteY65" fmla="*/ 215323 h 496992"/>
              <a:gd name="connsiteX66" fmla="*/ 254875 w 609120"/>
              <a:gd name="connsiteY66" fmla="*/ 215323 h 496992"/>
              <a:gd name="connsiteX67" fmla="*/ 254875 w 609120"/>
              <a:gd name="connsiteY67" fmla="*/ 165603 h 496992"/>
              <a:gd name="connsiteX68" fmla="*/ 304666 w 609120"/>
              <a:gd name="connsiteY68" fmla="*/ 50313 h 496992"/>
              <a:gd name="connsiteX69" fmla="*/ 446043 w 609120"/>
              <a:gd name="connsiteY69" fmla="*/ 144792 h 496992"/>
              <a:gd name="connsiteX70" fmla="*/ 446043 w 609120"/>
              <a:gd name="connsiteY70" fmla="*/ 496992 h 496992"/>
              <a:gd name="connsiteX71" fmla="*/ 346119 w 609120"/>
              <a:gd name="connsiteY71" fmla="*/ 496992 h 496992"/>
              <a:gd name="connsiteX72" fmla="*/ 346119 w 609120"/>
              <a:gd name="connsiteY72" fmla="*/ 381018 h 496992"/>
              <a:gd name="connsiteX73" fmla="*/ 263154 w 609120"/>
              <a:gd name="connsiteY73" fmla="*/ 381018 h 496992"/>
              <a:gd name="connsiteX74" fmla="*/ 263154 w 609120"/>
              <a:gd name="connsiteY74" fmla="*/ 496992 h 496992"/>
              <a:gd name="connsiteX75" fmla="*/ 163288 w 609120"/>
              <a:gd name="connsiteY75" fmla="*/ 496992 h 496992"/>
              <a:gd name="connsiteX76" fmla="*/ 163288 w 609120"/>
              <a:gd name="connsiteY76" fmla="*/ 144792 h 496992"/>
              <a:gd name="connsiteX77" fmla="*/ 304666 w 609120"/>
              <a:gd name="connsiteY77" fmla="*/ 0 h 496992"/>
              <a:gd name="connsiteX78" fmla="*/ 501719 w 609120"/>
              <a:gd name="connsiteY78" fmla="*/ 131040 h 496992"/>
              <a:gd name="connsiteX79" fmla="*/ 455296 w 609120"/>
              <a:gd name="connsiteY79" fmla="*/ 131040 h 496992"/>
              <a:gd name="connsiteX80" fmla="*/ 309291 w 609120"/>
              <a:gd name="connsiteY80" fmla="*/ 33473 h 496992"/>
              <a:gd name="connsiteX81" fmla="*/ 300040 w 609120"/>
              <a:gd name="connsiteY81" fmla="*/ 33473 h 496992"/>
              <a:gd name="connsiteX82" fmla="*/ 154035 w 609120"/>
              <a:gd name="connsiteY82" fmla="*/ 131040 h 496992"/>
              <a:gd name="connsiteX83" fmla="*/ 107612 w 609120"/>
              <a:gd name="connsiteY83" fmla="*/ 131040 h 496992"/>
            </a:gdLst>
            <a:ahLst/>
            <a:cxnLst/>
            <a:rect l="l" t="t" r="r" b="b"/>
            <a:pathLst>
              <a:path w="609120" h="496992">
                <a:moveTo>
                  <a:pt x="508188" y="388434"/>
                </a:moveTo>
                <a:lnTo>
                  <a:pt x="508188" y="438152"/>
                </a:lnTo>
                <a:lnTo>
                  <a:pt x="557983" y="438152"/>
                </a:lnTo>
                <a:lnTo>
                  <a:pt x="557983" y="388434"/>
                </a:lnTo>
                <a:close/>
                <a:moveTo>
                  <a:pt x="51136" y="388434"/>
                </a:moveTo>
                <a:lnTo>
                  <a:pt x="51136" y="438152"/>
                </a:lnTo>
                <a:lnTo>
                  <a:pt x="100931" y="438152"/>
                </a:lnTo>
                <a:lnTo>
                  <a:pt x="100931" y="388434"/>
                </a:lnTo>
                <a:close/>
                <a:moveTo>
                  <a:pt x="508188" y="314770"/>
                </a:moveTo>
                <a:lnTo>
                  <a:pt x="508188" y="364430"/>
                </a:lnTo>
                <a:lnTo>
                  <a:pt x="557983" y="364430"/>
                </a:lnTo>
                <a:lnTo>
                  <a:pt x="557983" y="314770"/>
                </a:lnTo>
                <a:close/>
                <a:moveTo>
                  <a:pt x="51136" y="314770"/>
                </a:moveTo>
                <a:lnTo>
                  <a:pt x="51136" y="364430"/>
                </a:lnTo>
                <a:lnTo>
                  <a:pt x="100931" y="364430"/>
                </a:lnTo>
                <a:lnTo>
                  <a:pt x="100931" y="314770"/>
                </a:lnTo>
                <a:close/>
                <a:moveTo>
                  <a:pt x="354456" y="314763"/>
                </a:moveTo>
                <a:lnTo>
                  <a:pt x="354456" y="364425"/>
                </a:lnTo>
                <a:lnTo>
                  <a:pt x="404189" y="364425"/>
                </a:lnTo>
                <a:lnTo>
                  <a:pt x="404189" y="314763"/>
                </a:lnTo>
                <a:close/>
                <a:moveTo>
                  <a:pt x="279770" y="314763"/>
                </a:moveTo>
                <a:lnTo>
                  <a:pt x="279770" y="364425"/>
                </a:lnTo>
                <a:lnTo>
                  <a:pt x="329561" y="364425"/>
                </a:lnTo>
                <a:lnTo>
                  <a:pt x="329561" y="314763"/>
                </a:lnTo>
                <a:close/>
                <a:moveTo>
                  <a:pt x="205085" y="314763"/>
                </a:moveTo>
                <a:lnTo>
                  <a:pt x="205085" y="364425"/>
                </a:lnTo>
                <a:lnTo>
                  <a:pt x="254875" y="364425"/>
                </a:lnTo>
                <a:lnTo>
                  <a:pt x="254875" y="314763"/>
                </a:lnTo>
                <a:close/>
                <a:moveTo>
                  <a:pt x="469471" y="288542"/>
                </a:moveTo>
                <a:lnTo>
                  <a:pt x="596700" y="288542"/>
                </a:lnTo>
                <a:lnTo>
                  <a:pt x="596700" y="496992"/>
                </a:lnTo>
                <a:lnTo>
                  <a:pt x="469471" y="496992"/>
                </a:lnTo>
                <a:close/>
                <a:moveTo>
                  <a:pt x="12419" y="288542"/>
                </a:moveTo>
                <a:lnTo>
                  <a:pt x="139648" y="288542"/>
                </a:lnTo>
                <a:lnTo>
                  <a:pt x="139648" y="496992"/>
                </a:lnTo>
                <a:lnTo>
                  <a:pt x="12419" y="496992"/>
                </a:lnTo>
                <a:close/>
                <a:moveTo>
                  <a:pt x="469471" y="257070"/>
                </a:moveTo>
                <a:lnTo>
                  <a:pt x="609120" y="257070"/>
                </a:lnTo>
                <a:lnTo>
                  <a:pt x="609120" y="271959"/>
                </a:lnTo>
                <a:lnTo>
                  <a:pt x="469471" y="271959"/>
                </a:lnTo>
                <a:close/>
                <a:moveTo>
                  <a:pt x="0" y="257070"/>
                </a:moveTo>
                <a:lnTo>
                  <a:pt x="139649" y="257070"/>
                </a:lnTo>
                <a:lnTo>
                  <a:pt x="139649" y="271959"/>
                </a:lnTo>
                <a:lnTo>
                  <a:pt x="0" y="271959"/>
                </a:lnTo>
                <a:close/>
                <a:moveTo>
                  <a:pt x="354456" y="240183"/>
                </a:moveTo>
                <a:lnTo>
                  <a:pt x="354456" y="289903"/>
                </a:lnTo>
                <a:lnTo>
                  <a:pt x="404189" y="289903"/>
                </a:lnTo>
                <a:lnTo>
                  <a:pt x="404189" y="240183"/>
                </a:lnTo>
                <a:close/>
                <a:moveTo>
                  <a:pt x="279770" y="240183"/>
                </a:moveTo>
                <a:lnTo>
                  <a:pt x="279770" y="289903"/>
                </a:lnTo>
                <a:lnTo>
                  <a:pt x="329561" y="289903"/>
                </a:lnTo>
                <a:lnTo>
                  <a:pt x="329561" y="240183"/>
                </a:lnTo>
                <a:close/>
                <a:moveTo>
                  <a:pt x="205085" y="240183"/>
                </a:moveTo>
                <a:lnTo>
                  <a:pt x="205085" y="289903"/>
                </a:lnTo>
                <a:lnTo>
                  <a:pt x="254875" y="289903"/>
                </a:lnTo>
                <a:lnTo>
                  <a:pt x="254875" y="240183"/>
                </a:lnTo>
                <a:close/>
                <a:moveTo>
                  <a:pt x="354456" y="165603"/>
                </a:moveTo>
                <a:lnTo>
                  <a:pt x="354456" y="215323"/>
                </a:lnTo>
                <a:lnTo>
                  <a:pt x="404189" y="215323"/>
                </a:lnTo>
                <a:lnTo>
                  <a:pt x="404189" y="165603"/>
                </a:lnTo>
                <a:close/>
                <a:moveTo>
                  <a:pt x="279770" y="165603"/>
                </a:moveTo>
                <a:lnTo>
                  <a:pt x="279770" y="215323"/>
                </a:lnTo>
                <a:lnTo>
                  <a:pt x="329561" y="215323"/>
                </a:lnTo>
                <a:lnTo>
                  <a:pt x="329561" y="165603"/>
                </a:lnTo>
                <a:close/>
                <a:moveTo>
                  <a:pt x="205085" y="165603"/>
                </a:moveTo>
                <a:lnTo>
                  <a:pt x="205085" y="215323"/>
                </a:lnTo>
                <a:lnTo>
                  <a:pt x="254875" y="215323"/>
                </a:lnTo>
                <a:lnTo>
                  <a:pt x="254875" y="165603"/>
                </a:lnTo>
                <a:close/>
                <a:moveTo>
                  <a:pt x="304666" y="50313"/>
                </a:moveTo>
                <a:lnTo>
                  <a:pt x="446043" y="144792"/>
                </a:lnTo>
                <a:lnTo>
                  <a:pt x="446043" y="496992"/>
                </a:lnTo>
                <a:lnTo>
                  <a:pt x="346119" y="496992"/>
                </a:lnTo>
                <a:lnTo>
                  <a:pt x="346119" y="381018"/>
                </a:lnTo>
                <a:lnTo>
                  <a:pt x="263154" y="381018"/>
                </a:lnTo>
                <a:lnTo>
                  <a:pt x="263154" y="496992"/>
                </a:lnTo>
                <a:lnTo>
                  <a:pt x="163288" y="496992"/>
                </a:lnTo>
                <a:lnTo>
                  <a:pt x="163288" y="144792"/>
                </a:lnTo>
                <a:close/>
                <a:moveTo>
                  <a:pt x="304666" y="0"/>
                </a:moveTo>
                <a:lnTo>
                  <a:pt x="501719" y="131040"/>
                </a:lnTo>
                <a:lnTo>
                  <a:pt x="455296" y="131040"/>
                </a:lnTo>
                <a:lnTo>
                  <a:pt x="309291" y="33473"/>
                </a:lnTo>
                <a:lnTo>
                  <a:pt x="300040" y="33473"/>
                </a:lnTo>
                <a:lnTo>
                  <a:pt x="154035" y="131040"/>
                </a:lnTo>
                <a:lnTo>
                  <a:pt x="107612" y="131040"/>
                </a:lnTo>
                <a:close/>
              </a:path>
            </a:pathLst>
          </a:custGeom>
          <a:solidFill>
            <a:srgbClr val="344778"/>
          </a:solidFill>
          <a:ln>
            <a:noFill/>
          </a:ln>
        </p:spPr>
        <p:txBody>
          <a:bodyPr lIns="81382" tIns="40691" rIns="81382" bIns="40691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6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105" name="觅知网-不倒翁ID:189359941"/>
          <p:cNvSpPr>
            <a:spLocks noGrp="1"/>
          </p:cNvSpPr>
          <p:nvPr/>
        </p:nvSpPr>
        <p:spPr>
          <a:xfrm>
            <a:off x="8536974" y="5301883"/>
            <a:ext cx="164418" cy="328719"/>
          </a:xfrm>
          <a:prstGeom prst="rect">
            <a:avLst/>
          </a:prstGeom>
          <a:noFill/>
        </p:spPr>
        <p:txBody>
          <a:bodyPr wrap="none" lIns="81382" tIns="40691" rIns="81382" bIns="40691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6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99" name="觅知网-不倒翁ID:189359941"/>
          <p:cNvSpPr>
            <a:spLocks noGrp="1"/>
          </p:cNvSpPr>
          <p:nvPr/>
        </p:nvSpPr>
        <p:spPr>
          <a:xfrm>
            <a:off x="5514819" y="5296822"/>
            <a:ext cx="1381760" cy="327025"/>
          </a:xfrm>
          <a:prstGeom prst="rect">
            <a:avLst/>
          </a:prstGeom>
          <a:noFill/>
        </p:spPr>
        <p:txBody>
          <a:bodyPr wrap="none" lIns="81382" tIns="40691" rIns="81382" bIns="40691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导师：</a:t>
            </a:r>
            <a:r>
              <a:rPr sz="16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郑先隽</a:t>
            </a:r>
            <a:endParaRPr sz="16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7" name="觅知网-不倒翁ID:189359941"/>
          <p:cNvSpPr>
            <a:spLocks noGrp="1"/>
          </p:cNvSpPr>
          <p:nvPr/>
        </p:nvSpPr>
        <p:spPr>
          <a:xfrm>
            <a:off x="5328200" y="5306119"/>
            <a:ext cx="182447" cy="310112"/>
          </a:xfrm>
          <a:custGeom>
            <a:avLst/>
            <a:gdLst>
              <a:gd name="connsiteX0" fmla="*/ 807406 w 902825"/>
              <a:gd name="connsiteY0" fmla="*/ 857229 h 1534562"/>
              <a:gd name="connsiteX1" fmla="*/ 95402 w 902825"/>
              <a:gd name="connsiteY1" fmla="*/ 857229 h 1534562"/>
              <a:gd name="connsiteX2" fmla="*/ 11031 w 902825"/>
              <a:gd name="connsiteY2" fmla="*/ 779590 h 1534562"/>
              <a:gd name="connsiteX3" fmla="*/ 151 w 902825"/>
              <a:gd name="connsiteY3" fmla="*/ 649076 h 1534562"/>
              <a:gd name="connsiteX4" fmla="*/ 42337 w 902825"/>
              <a:gd name="connsiteY4" fmla="*/ 603229 h 1534562"/>
              <a:gd name="connsiteX5" fmla="*/ 860492 w 902825"/>
              <a:gd name="connsiteY5" fmla="*/ 603229 h 1534562"/>
              <a:gd name="connsiteX6" fmla="*/ 902677 w 902825"/>
              <a:gd name="connsiteY6" fmla="*/ 649076 h 1534562"/>
              <a:gd name="connsiteX7" fmla="*/ 891797 w 902825"/>
              <a:gd name="connsiteY7" fmla="*/ 779590 h 1534562"/>
              <a:gd name="connsiteX8" fmla="*/ 807406 w 902825"/>
              <a:gd name="connsiteY8" fmla="*/ 857229 h 1534562"/>
              <a:gd name="connsiteX9" fmla="*/ 800654 w 902825"/>
              <a:gd name="connsiteY9" fmla="*/ 899562 h 1534562"/>
              <a:gd name="connsiteX10" fmla="*/ 102154 w 902825"/>
              <a:gd name="connsiteY10" fmla="*/ 899562 h 1534562"/>
              <a:gd name="connsiteX11" fmla="*/ 186820 w 902825"/>
              <a:gd name="connsiteY11" fmla="*/ 1534562 h 1534562"/>
              <a:gd name="connsiteX12" fmla="*/ 715987 w 902825"/>
              <a:gd name="connsiteY12" fmla="*/ 1534562 h 1534562"/>
              <a:gd name="connsiteX13" fmla="*/ 800654 w 902825"/>
              <a:gd name="connsiteY13" fmla="*/ 899562 h 1534562"/>
              <a:gd name="connsiteX14" fmla="*/ 455023 w 902825"/>
              <a:gd name="connsiteY14" fmla="*/ 285496 h 1534562"/>
              <a:gd name="connsiteX15" fmla="*/ 597771 w 902825"/>
              <a:gd name="connsiteY15" fmla="*/ 142748 h 1534562"/>
              <a:gd name="connsiteX16" fmla="*/ 455023 w 902825"/>
              <a:gd name="connsiteY16" fmla="*/ 0 h 1534562"/>
              <a:gd name="connsiteX17" fmla="*/ 312275 w 902825"/>
              <a:gd name="connsiteY17" fmla="*/ 142748 h 1534562"/>
              <a:gd name="connsiteX18" fmla="*/ 455023 w 902825"/>
              <a:gd name="connsiteY18" fmla="*/ 285496 h 1534562"/>
              <a:gd name="connsiteX19" fmla="*/ 779487 w 902825"/>
              <a:gd name="connsiteY19" fmla="*/ 560896 h 1534562"/>
              <a:gd name="connsiteX20" fmla="*/ 748224 w 902825"/>
              <a:gd name="connsiteY20" fmla="*/ 421301 h 1534562"/>
              <a:gd name="connsiteX21" fmla="*/ 675284 w 902825"/>
              <a:gd name="connsiteY21" fmla="*/ 353589 h 1534562"/>
              <a:gd name="connsiteX22" fmla="*/ 548347 w 902825"/>
              <a:gd name="connsiteY22" fmla="*/ 334920 h 1534562"/>
              <a:gd name="connsiteX23" fmla="*/ 485482 w 902825"/>
              <a:gd name="connsiteY23" fmla="*/ 479150 h 1534562"/>
              <a:gd name="connsiteX24" fmla="*/ 477375 w 902825"/>
              <a:gd name="connsiteY24" fmla="*/ 408072 h 1534562"/>
              <a:gd name="connsiteX25" fmla="*/ 473015 w 902825"/>
              <a:gd name="connsiteY25" fmla="*/ 404114 h 1534562"/>
              <a:gd name="connsiteX26" fmla="*/ 437095 w 902825"/>
              <a:gd name="connsiteY26" fmla="*/ 404114 h 1534562"/>
              <a:gd name="connsiteX27" fmla="*/ 432713 w 902825"/>
              <a:gd name="connsiteY27" fmla="*/ 408114 h 1534562"/>
              <a:gd name="connsiteX28" fmla="*/ 425347 w 902825"/>
              <a:gd name="connsiteY28" fmla="*/ 480970 h 1534562"/>
              <a:gd name="connsiteX29" fmla="*/ 361699 w 902825"/>
              <a:gd name="connsiteY29" fmla="*/ 334941 h 1534562"/>
              <a:gd name="connsiteX30" fmla="*/ 234763 w 902825"/>
              <a:gd name="connsiteY30" fmla="*/ 353610 h 1534562"/>
              <a:gd name="connsiteX31" fmla="*/ 161823 w 902825"/>
              <a:gd name="connsiteY31" fmla="*/ 421322 h 1534562"/>
              <a:gd name="connsiteX32" fmla="*/ 130559 w 902825"/>
              <a:gd name="connsiteY32" fmla="*/ 560896 h 1534562"/>
              <a:gd name="connsiteX33" fmla="*/ 779487 w 902825"/>
              <a:gd name="connsiteY33" fmla="*/ 560896 h 1534562"/>
              <a:gd name="connsiteX34" fmla="*/ 411102 w 902825"/>
              <a:gd name="connsiteY34" fmla="*/ 340402 h 1534562"/>
              <a:gd name="connsiteX35" fmla="*/ 428607 w 902825"/>
              <a:gd name="connsiteY35" fmla="*/ 377740 h 1534562"/>
              <a:gd name="connsiteX36" fmla="*/ 455023 w 902825"/>
              <a:gd name="connsiteY36" fmla="*/ 384323 h 1534562"/>
              <a:gd name="connsiteX37" fmla="*/ 481439 w 902825"/>
              <a:gd name="connsiteY37" fmla="*/ 377740 h 1534562"/>
              <a:gd name="connsiteX38" fmla="*/ 498944 w 902825"/>
              <a:gd name="connsiteY38" fmla="*/ 340402 h 1534562"/>
              <a:gd name="connsiteX39" fmla="*/ 455023 w 902825"/>
              <a:gd name="connsiteY39" fmla="*/ 322834 h 1534562"/>
              <a:gd name="connsiteX40" fmla="*/ 411102 w 902825"/>
              <a:gd name="connsiteY40" fmla="*/ 340402 h 1534562"/>
            </a:gdLst>
            <a:ahLst/>
            <a:cxnLst/>
            <a:rect l="l" t="t" r="r" b="b"/>
            <a:pathLst>
              <a:path w="902825" h="1534562">
                <a:moveTo>
                  <a:pt x="807406" y="857229"/>
                </a:moveTo>
                <a:lnTo>
                  <a:pt x="95402" y="857229"/>
                </a:lnTo>
                <a:cubicBezTo>
                  <a:pt x="51375" y="857229"/>
                  <a:pt x="14693" y="823468"/>
                  <a:pt x="11031" y="779590"/>
                </a:cubicBezTo>
                <a:lnTo>
                  <a:pt x="151" y="649076"/>
                </a:lnTo>
                <a:cubicBezTo>
                  <a:pt x="-1923" y="624396"/>
                  <a:pt x="17572" y="603229"/>
                  <a:pt x="42337" y="603229"/>
                </a:cubicBezTo>
                <a:lnTo>
                  <a:pt x="860492" y="603229"/>
                </a:lnTo>
                <a:cubicBezTo>
                  <a:pt x="885257" y="603229"/>
                  <a:pt x="904730" y="624396"/>
                  <a:pt x="902677" y="649076"/>
                </a:cubicBezTo>
                <a:lnTo>
                  <a:pt x="891797" y="779590"/>
                </a:lnTo>
                <a:cubicBezTo>
                  <a:pt x="888136" y="823468"/>
                  <a:pt x="851454" y="857229"/>
                  <a:pt x="807406" y="857229"/>
                </a:cubicBezTo>
                <a:close/>
                <a:moveTo>
                  <a:pt x="800654" y="899562"/>
                </a:moveTo>
                <a:lnTo>
                  <a:pt x="102154" y="899562"/>
                </a:lnTo>
                <a:lnTo>
                  <a:pt x="186820" y="1534562"/>
                </a:lnTo>
                <a:lnTo>
                  <a:pt x="715987" y="1534562"/>
                </a:lnTo>
                <a:lnTo>
                  <a:pt x="800654" y="899562"/>
                </a:lnTo>
                <a:close/>
                <a:moveTo>
                  <a:pt x="455023" y="285496"/>
                </a:moveTo>
                <a:cubicBezTo>
                  <a:pt x="533869" y="285496"/>
                  <a:pt x="597771" y="221573"/>
                  <a:pt x="597771" y="142748"/>
                </a:cubicBezTo>
                <a:cubicBezTo>
                  <a:pt x="597771" y="63902"/>
                  <a:pt x="533848" y="0"/>
                  <a:pt x="455023" y="0"/>
                </a:cubicBezTo>
                <a:cubicBezTo>
                  <a:pt x="376199" y="0"/>
                  <a:pt x="312275" y="63923"/>
                  <a:pt x="312275" y="142748"/>
                </a:cubicBezTo>
                <a:cubicBezTo>
                  <a:pt x="312254" y="221573"/>
                  <a:pt x="376177" y="285496"/>
                  <a:pt x="455023" y="285496"/>
                </a:cubicBezTo>
                <a:close/>
                <a:moveTo>
                  <a:pt x="779487" y="560896"/>
                </a:moveTo>
                <a:lnTo>
                  <a:pt x="748224" y="421301"/>
                </a:lnTo>
                <a:cubicBezTo>
                  <a:pt x="740286" y="385805"/>
                  <a:pt x="711267" y="358881"/>
                  <a:pt x="675284" y="353589"/>
                </a:cubicBezTo>
                <a:lnTo>
                  <a:pt x="548347" y="334920"/>
                </a:lnTo>
                <a:lnTo>
                  <a:pt x="485482" y="479150"/>
                </a:lnTo>
                <a:lnTo>
                  <a:pt x="477375" y="408072"/>
                </a:lnTo>
                <a:cubicBezTo>
                  <a:pt x="477163" y="405829"/>
                  <a:pt x="475258" y="404114"/>
                  <a:pt x="473015" y="404114"/>
                </a:cubicBezTo>
                <a:lnTo>
                  <a:pt x="437095" y="404114"/>
                </a:lnTo>
                <a:cubicBezTo>
                  <a:pt x="434809" y="404114"/>
                  <a:pt x="432925" y="405850"/>
                  <a:pt x="432713" y="408114"/>
                </a:cubicBezTo>
                <a:lnTo>
                  <a:pt x="425347" y="480970"/>
                </a:lnTo>
                <a:lnTo>
                  <a:pt x="361699" y="334941"/>
                </a:lnTo>
                <a:lnTo>
                  <a:pt x="234763" y="353610"/>
                </a:lnTo>
                <a:cubicBezTo>
                  <a:pt x="198780" y="358902"/>
                  <a:pt x="169760" y="385826"/>
                  <a:pt x="161823" y="421322"/>
                </a:cubicBezTo>
                <a:lnTo>
                  <a:pt x="130559" y="560896"/>
                </a:lnTo>
                <a:lnTo>
                  <a:pt x="779487" y="560896"/>
                </a:lnTo>
                <a:close/>
                <a:moveTo>
                  <a:pt x="411102" y="340402"/>
                </a:moveTo>
                <a:cubicBezTo>
                  <a:pt x="411145" y="353589"/>
                  <a:pt x="422024" y="371157"/>
                  <a:pt x="428607" y="377740"/>
                </a:cubicBezTo>
                <a:cubicBezTo>
                  <a:pt x="435190" y="384323"/>
                  <a:pt x="446239" y="384323"/>
                  <a:pt x="455023" y="384323"/>
                </a:cubicBezTo>
                <a:cubicBezTo>
                  <a:pt x="463807" y="384323"/>
                  <a:pt x="474856" y="384323"/>
                  <a:pt x="481439" y="377740"/>
                </a:cubicBezTo>
                <a:cubicBezTo>
                  <a:pt x="488022" y="371157"/>
                  <a:pt x="498902" y="353589"/>
                  <a:pt x="498944" y="340402"/>
                </a:cubicBezTo>
                <a:cubicBezTo>
                  <a:pt x="499007" y="325035"/>
                  <a:pt x="472126" y="322834"/>
                  <a:pt x="455023" y="322834"/>
                </a:cubicBezTo>
                <a:cubicBezTo>
                  <a:pt x="437899" y="322834"/>
                  <a:pt x="411039" y="325014"/>
                  <a:pt x="411102" y="340402"/>
                </a:cubicBezTo>
                <a:close/>
              </a:path>
            </a:pathLst>
          </a:custGeom>
          <a:solidFill>
            <a:srgbClr val="344778"/>
          </a:solidFill>
          <a:ln w="1860" cap="flat">
            <a:noFill/>
            <a:prstDash val="solid"/>
            <a:miter/>
          </a:ln>
        </p:spPr>
        <p:txBody>
          <a:bodyPr rot="0" spcFirstLastPara="0" vert="horz" wrap="square" lIns="81382" tIns="40691" rIns="81382" bIns="40691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6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5910" y="836930"/>
            <a:ext cx="150495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觅知网-不倒翁ID:189359941"/>
          <p:cNvSpPr>
            <a:spLocks noGrp="1"/>
          </p:cNvSpPr>
          <p:nvPr/>
        </p:nvSpPr>
        <p:spPr>
          <a:xfrm>
            <a:off x="5171160" y="749919"/>
            <a:ext cx="774234" cy="5334620"/>
          </a:xfrm>
          <a:custGeom>
            <a:avLst/>
            <a:gdLst>
              <a:gd name="T0" fmla="*/ 0 w 1049"/>
              <a:gd name="T1" fmla="*/ 0 h 7451"/>
              <a:gd name="T2" fmla="*/ 1049 w 1049"/>
              <a:gd name="T3" fmla="*/ 3726 h 7451"/>
              <a:gd name="T4" fmla="*/ 0 w 1049"/>
              <a:gd name="T5" fmla="*/ 7451 h 7451"/>
            </a:gdLst>
            <a:ahLst/>
            <a:cxnLst/>
            <a:rect l="0" t="0" r="r" b="b"/>
            <a:pathLst>
              <a:path w="1049" h="7451">
                <a:moveTo>
                  <a:pt x="0" y="0"/>
                </a:moveTo>
                <a:cubicBezTo>
                  <a:pt x="665" y="1085"/>
                  <a:pt x="1049" y="2360"/>
                  <a:pt x="1049" y="3726"/>
                </a:cubicBezTo>
                <a:cubicBezTo>
                  <a:pt x="1049" y="5091"/>
                  <a:pt x="665" y="6367"/>
                  <a:pt x="0" y="7451"/>
                </a:cubicBezTo>
              </a:path>
            </a:pathLst>
          </a:custGeom>
          <a:noFill/>
          <a:ln w="10" cap="flat">
            <a:solidFill>
              <a:srgbClr val="2E2C2C"/>
            </a:solidFill>
            <a:prstDash val="dash"/>
            <a:miter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26" name="觅知网-不倒翁ID:189359941"/>
          <p:cNvSpPr>
            <a:spLocks noGrp="1"/>
          </p:cNvSpPr>
          <p:nvPr/>
        </p:nvSpPr>
        <p:spPr>
          <a:xfrm>
            <a:off x="6040835" y="2013377"/>
            <a:ext cx="3623844" cy="486004"/>
          </a:xfrm>
          <a:custGeom>
            <a:avLst/>
            <a:gdLst>
              <a:gd name="T0" fmla="*/ 10 w 7091"/>
              <a:gd name="T1" fmla="*/ 0 h 933"/>
              <a:gd name="T2" fmla="*/ 6624 w 7091"/>
              <a:gd name="T3" fmla="*/ 0 h 933"/>
              <a:gd name="T4" fmla="*/ 7091 w 7091"/>
              <a:gd name="T5" fmla="*/ 466 h 933"/>
              <a:gd name="T6" fmla="*/ 7091 w 7091"/>
              <a:gd name="T7" fmla="*/ 466 h 933"/>
              <a:gd name="T8" fmla="*/ 6624 w 7091"/>
              <a:gd name="T9" fmla="*/ 933 h 933"/>
              <a:gd name="T10" fmla="*/ 10 w 7091"/>
              <a:gd name="T11" fmla="*/ 933 h 933"/>
              <a:gd name="T12" fmla="*/ 0 w 7091"/>
              <a:gd name="T13" fmla="*/ 933 h 933"/>
              <a:gd name="T14" fmla="*/ 192 w 7091"/>
              <a:gd name="T15" fmla="*/ 466 h 933"/>
              <a:gd name="T16" fmla="*/ 0 w 7091"/>
              <a:gd name="T17" fmla="*/ 0 h 933"/>
              <a:gd name="T18" fmla="*/ 10 w 7091"/>
              <a:gd name="T19" fmla="*/ 0 h 933"/>
            </a:gdLst>
            <a:ahLst/>
            <a:cxnLst/>
            <a:rect l="0" t="0" r="r" b="b"/>
            <a:pathLst>
              <a:path w="7091" h="933">
                <a:moveTo>
                  <a:pt x="10" y="0"/>
                </a:moveTo>
                <a:lnTo>
                  <a:pt x="6624" y="0"/>
                </a:lnTo>
                <a:cubicBezTo>
                  <a:pt x="6881" y="0"/>
                  <a:pt x="7091" y="210"/>
                  <a:pt x="7091" y="466"/>
                </a:cubicBezTo>
                <a:lnTo>
                  <a:pt x="7091" y="466"/>
                </a:lnTo>
                <a:cubicBezTo>
                  <a:pt x="7091" y="723"/>
                  <a:pt x="6881" y="933"/>
                  <a:pt x="6624" y="933"/>
                </a:cubicBezTo>
                <a:lnTo>
                  <a:pt x="10" y="933"/>
                </a:lnTo>
                <a:cubicBezTo>
                  <a:pt x="7" y="933"/>
                  <a:pt x="4" y="933"/>
                  <a:pt x="0" y="933"/>
                </a:cubicBezTo>
                <a:cubicBezTo>
                  <a:pt x="119" y="813"/>
                  <a:pt x="192" y="648"/>
                  <a:pt x="192" y="466"/>
                </a:cubicBezTo>
                <a:cubicBezTo>
                  <a:pt x="192" y="284"/>
                  <a:pt x="119" y="120"/>
                  <a:pt x="0" y="0"/>
                </a:cubicBezTo>
                <a:cubicBezTo>
                  <a:pt x="4" y="0"/>
                  <a:pt x="7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27" name="觅知网-不倒翁ID:189359941"/>
          <p:cNvSpPr>
            <a:spLocks noGrp="1"/>
          </p:cNvSpPr>
          <p:nvPr/>
        </p:nvSpPr>
        <p:spPr>
          <a:xfrm>
            <a:off x="9284599" y="2142363"/>
            <a:ext cx="209356" cy="214341"/>
          </a:xfrm>
          <a:custGeom>
            <a:avLst/>
            <a:gdLst>
              <a:gd name="T0" fmla="*/ 224 w 411"/>
              <a:gd name="T1" fmla="*/ 346 h 411"/>
              <a:gd name="T2" fmla="*/ 193 w 411"/>
              <a:gd name="T3" fmla="*/ 320 h 411"/>
              <a:gd name="T4" fmla="*/ 272 w 411"/>
              <a:gd name="T5" fmla="*/ 227 h 411"/>
              <a:gd name="T6" fmla="*/ 67 w 411"/>
              <a:gd name="T7" fmla="*/ 227 h 411"/>
              <a:gd name="T8" fmla="*/ 67 w 411"/>
              <a:gd name="T9" fmla="*/ 183 h 411"/>
              <a:gd name="T10" fmla="*/ 272 w 411"/>
              <a:gd name="T11" fmla="*/ 183 h 411"/>
              <a:gd name="T12" fmla="*/ 193 w 411"/>
              <a:gd name="T13" fmla="*/ 91 h 411"/>
              <a:gd name="T14" fmla="*/ 224 w 411"/>
              <a:gd name="T15" fmla="*/ 64 h 411"/>
              <a:gd name="T16" fmla="*/ 345 w 411"/>
              <a:gd name="T17" fmla="*/ 205 h 411"/>
              <a:gd name="T18" fmla="*/ 224 w 411"/>
              <a:gd name="T19" fmla="*/ 346 h 411"/>
              <a:gd name="T20" fmla="*/ 206 w 411"/>
              <a:gd name="T21" fmla="*/ 0 h 411"/>
              <a:gd name="T22" fmla="*/ 411 w 411"/>
              <a:gd name="T23" fmla="*/ 205 h 411"/>
              <a:gd name="T24" fmla="*/ 206 w 411"/>
              <a:gd name="T25" fmla="*/ 411 h 411"/>
              <a:gd name="T26" fmla="*/ 0 w 411"/>
              <a:gd name="T27" fmla="*/ 205 h 411"/>
              <a:gd name="T28" fmla="*/ 206 w 411"/>
              <a:gd name="T29" fmla="*/ 0 h 411"/>
              <a:gd name="T30" fmla="*/ 206 w 411"/>
              <a:gd name="T31" fmla="*/ 26 h 411"/>
              <a:gd name="T32" fmla="*/ 385 w 411"/>
              <a:gd name="T33" fmla="*/ 205 h 411"/>
              <a:gd name="T34" fmla="*/ 206 w 411"/>
              <a:gd name="T35" fmla="*/ 385 h 411"/>
              <a:gd name="T36" fmla="*/ 27 w 411"/>
              <a:gd name="T37" fmla="*/ 205 h 411"/>
              <a:gd name="T38" fmla="*/ 206 w 411"/>
              <a:gd name="T39" fmla="*/ 26 h 411"/>
            </a:gdLst>
            <a:ahLst/>
            <a:cxnLst/>
            <a:rect l="0" t="0" r="r" b="b"/>
            <a:pathLst>
              <a:path w="411" h="411">
                <a:moveTo>
                  <a:pt x="224" y="346"/>
                </a:moveTo>
                <a:lnTo>
                  <a:pt x="193" y="320"/>
                </a:lnTo>
                <a:lnTo>
                  <a:pt x="272" y="227"/>
                </a:lnTo>
                <a:lnTo>
                  <a:pt x="67" y="227"/>
                </a:lnTo>
                <a:lnTo>
                  <a:pt x="67" y="183"/>
                </a:lnTo>
                <a:lnTo>
                  <a:pt x="272" y="183"/>
                </a:lnTo>
                <a:lnTo>
                  <a:pt x="193" y="91"/>
                </a:lnTo>
                <a:lnTo>
                  <a:pt x="224" y="64"/>
                </a:lnTo>
                <a:lnTo>
                  <a:pt x="345" y="205"/>
                </a:lnTo>
                <a:lnTo>
                  <a:pt x="224" y="346"/>
                </a:lnTo>
                <a:close/>
                <a:moveTo>
                  <a:pt x="206" y="0"/>
                </a:moveTo>
                <a:cubicBezTo>
                  <a:pt x="319" y="0"/>
                  <a:pt x="411" y="92"/>
                  <a:pt x="411" y="205"/>
                </a:cubicBezTo>
                <a:cubicBezTo>
                  <a:pt x="411" y="319"/>
                  <a:pt x="319" y="411"/>
                  <a:pt x="206" y="411"/>
                </a:cubicBezTo>
                <a:cubicBezTo>
                  <a:pt x="92" y="411"/>
                  <a:pt x="0" y="319"/>
                  <a:pt x="0" y="205"/>
                </a:cubicBezTo>
                <a:cubicBezTo>
                  <a:pt x="0" y="92"/>
                  <a:pt x="92" y="0"/>
                  <a:pt x="206" y="0"/>
                </a:cubicBezTo>
                <a:close/>
                <a:moveTo>
                  <a:pt x="206" y="26"/>
                </a:moveTo>
                <a:cubicBezTo>
                  <a:pt x="305" y="26"/>
                  <a:pt x="385" y="106"/>
                  <a:pt x="385" y="205"/>
                </a:cubicBezTo>
                <a:cubicBezTo>
                  <a:pt x="385" y="304"/>
                  <a:pt x="305" y="385"/>
                  <a:pt x="206" y="385"/>
                </a:cubicBezTo>
                <a:cubicBezTo>
                  <a:pt x="107" y="385"/>
                  <a:pt x="27" y="304"/>
                  <a:pt x="27" y="205"/>
                </a:cubicBezTo>
                <a:cubicBezTo>
                  <a:pt x="27" y="106"/>
                  <a:pt x="107" y="26"/>
                  <a:pt x="206" y="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28" name="觅知网-不倒翁ID:189359941"/>
          <p:cNvSpPr>
            <a:spLocks noGrp="1"/>
          </p:cNvSpPr>
          <p:nvPr/>
        </p:nvSpPr>
        <p:spPr>
          <a:xfrm>
            <a:off x="6262933" y="2010074"/>
            <a:ext cx="24288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spc="100">
                <a:solidFill>
                  <a:srgbClr val="F8F8F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研究内容与目的</a:t>
            </a:r>
            <a:endParaRPr sz="2400" b="1" spc="100">
              <a:solidFill>
                <a:srgbClr val="F8F8F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觅知网-不倒翁ID:189359941"/>
          <p:cNvSpPr>
            <a:spLocks noGrp="1"/>
          </p:cNvSpPr>
          <p:nvPr/>
        </p:nvSpPr>
        <p:spPr>
          <a:xfrm>
            <a:off x="5562308" y="1987208"/>
            <a:ext cx="528373" cy="537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30" name="觅知网-不倒翁ID:189359941"/>
          <p:cNvSpPr>
            <a:spLocks noGrp="1"/>
          </p:cNvSpPr>
          <p:nvPr/>
        </p:nvSpPr>
        <p:spPr>
          <a:xfrm>
            <a:off x="5638663" y="1999456"/>
            <a:ext cx="37702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2700" b="1">
              <a:solidFill>
                <a:srgbClr val="F8F8F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觅知网-不倒翁ID:189359941"/>
          <p:cNvSpPr>
            <a:spLocks noGrp="1"/>
          </p:cNvSpPr>
          <p:nvPr/>
        </p:nvSpPr>
        <p:spPr>
          <a:xfrm>
            <a:off x="6223307" y="2769960"/>
            <a:ext cx="3623844" cy="486004"/>
          </a:xfrm>
          <a:custGeom>
            <a:avLst/>
            <a:gdLst>
              <a:gd name="T0" fmla="*/ 10 w 7091"/>
              <a:gd name="T1" fmla="*/ 0 h 933"/>
              <a:gd name="T2" fmla="*/ 6624 w 7091"/>
              <a:gd name="T3" fmla="*/ 0 h 933"/>
              <a:gd name="T4" fmla="*/ 7091 w 7091"/>
              <a:gd name="T5" fmla="*/ 466 h 933"/>
              <a:gd name="T6" fmla="*/ 7091 w 7091"/>
              <a:gd name="T7" fmla="*/ 466 h 933"/>
              <a:gd name="T8" fmla="*/ 6624 w 7091"/>
              <a:gd name="T9" fmla="*/ 933 h 933"/>
              <a:gd name="T10" fmla="*/ 10 w 7091"/>
              <a:gd name="T11" fmla="*/ 933 h 933"/>
              <a:gd name="T12" fmla="*/ 0 w 7091"/>
              <a:gd name="T13" fmla="*/ 933 h 933"/>
              <a:gd name="T14" fmla="*/ 192 w 7091"/>
              <a:gd name="T15" fmla="*/ 466 h 933"/>
              <a:gd name="T16" fmla="*/ 0 w 7091"/>
              <a:gd name="T17" fmla="*/ 0 h 933"/>
              <a:gd name="T18" fmla="*/ 10 w 7091"/>
              <a:gd name="T19" fmla="*/ 0 h 933"/>
            </a:gdLst>
            <a:ahLst/>
            <a:cxnLst/>
            <a:rect l="0" t="0" r="r" b="b"/>
            <a:pathLst>
              <a:path w="7091" h="933">
                <a:moveTo>
                  <a:pt x="10" y="0"/>
                </a:moveTo>
                <a:lnTo>
                  <a:pt x="6624" y="0"/>
                </a:lnTo>
                <a:cubicBezTo>
                  <a:pt x="6881" y="0"/>
                  <a:pt x="7091" y="210"/>
                  <a:pt x="7091" y="466"/>
                </a:cubicBezTo>
                <a:lnTo>
                  <a:pt x="7091" y="466"/>
                </a:lnTo>
                <a:cubicBezTo>
                  <a:pt x="7091" y="723"/>
                  <a:pt x="6881" y="933"/>
                  <a:pt x="6624" y="933"/>
                </a:cubicBezTo>
                <a:lnTo>
                  <a:pt x="10" y="933"/>
                </a:lnTo>
                <a:cubicBezTo>
                  <a:pt x="7" y="933"/>
                  <a:pt x="4" y="933"/>
                  <a:pt x="0" y="933"/>
                </a:cubicBezTo>
                <a:cubicBezTo>
                  <a:pt x="119" y="813"/>
                  <a:pt x="192" y="648"/>
                  <a:pt x="192" y="466"/>
                </a:cubicBezTo>
                <a:cubicBezTo>
                  <a:pt x="192" y="284"/>
                  <a:pt x="119" y="120"/>
                  <a:pt x="0" y="0"/>
                </a:cubicBezTo>
                <a:cubicBezTo>
                  <a:pt x="4" y="0"/>
                  <a:pt x="7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32" name="觅知网-不倒翁ID:189359941"/>
          <p:cNvSpPr>
            <a:spLocks noGrp="1"/>
          </p:cNvSpPr>
          <p:nvPr/>
        </p:nvSpPr>
        <p:spPr>
          <a:xfrm>
            <a:off x="9467071" y="2898946"/>
            <a:ext cx="209356" cy="214341"/>
          </a:xfrm>
          <a:custGeom>
            <a:avLst/>
            <a:gdLst>
              <a:gd name="T0" fmla="*/ 224 w 411"/>
              <a:gd name="T1" fmla="*/ 346 h 411"/>
              <a:gd name="T2" fmla="*/ 193 w 411"/>
              <a:gd name="T3" fmla="*/ 320 h 411"/>
              <a:gd name="T4" fmla="*/ 272 w 411"/>
              <a:gd name="T5" fmla="*/ 227 h 411"/>
              <a:gd name="T6" fmla="*/ 67 w 411"/>
              <a:gd name="T7" fmla="*/ 227 h 411"/>
              <a:gd name="T8" fmla="*/ 67 w 411"/>
              <a:gd name="T9" fmla="*/ 183 h 411"/>
              <a:gd name="T10" fmla="*/ 272 w 411"/>
              <a:gd name="T11" fmla="*/ 183 h 411"/>
              <a:gd name="T12" fmla="*/ 193 w 411"/>
              <a:gd name="T13" fmla="*/ 91 h 411"/>
              <a:gd name="T14" fmla="*/ 224 w 411"/>
              <a:gd name="T15" fmla="*/ 64 h 411"/>
              <a:gd name="T16" fmla="*/ 345 w 411"/>
              <a:gd name="T17" fmla="*/ 205 h 411"/>
              <a:gd name="T18" fmla="*/ 224 w 411"/>
              <a:gd name="T19" fmla="*/ 346 h 411"/>
              <a:gd name="T20" fmla="*/ 206 w 411"/>
              <a:gd name="T21" fmla="*/ 0 h 411"/>
              <a:gd name="T22" fmla="*/ 411 w 411"/>
              <a:gd name="T23" fmla="*/ 205 h 411"/>
              <a:gd name="T24" fmla="*/ 206 w 411"/>
              <a:gd name="T25" fmla="*/ 411 h 411"/>
              <a:gd name="T26" fmla="*/ 0 w 411"/>
              <a:gd name="T27" fmla="*/ 205 h 411"/>
              <a:gd name="T28" fmla="*/ 206 w 411"/>
              <a:gd name="T29" fmla="*/ 0 h 411"/>
              <a:gd name="T30" fmla="*/ 206 w 411"/>
              <a:gd name="T31" fmla="*/ 26 h 411"/>
              <a:gd name="T32" fmla="*/ 385 w 411"/>
              <a:gd name="T33" fmla="*/ 205 h 411"/>
              <a:gd name="T34" fmla="*/ 206 w 411"/>
              <a:gd name="T35" fmla="*/ 385 h 411"/>
              <a:gd name="T36" fmla="*/ 27 w 411"/>
              <a:gd name="T37" fmla="*/ 205 h 411"/>
              <a:gd name="T38" fmla="*/ 206 w 411"/>
              <a:gd name="T39" fmla="*/ 26 h 411"/>
            </a:gdLst>
            <a:ahLst/>
            <a:cxnLst/>
            <a:rect l="0" t="0" r="r" b="b"/>
            <a:pathLst>
              <a:path w="411" h="411">
                <a:moveTo>
                  <a:pt x="224" y="346"/>
                </a:moveTo>
                <a:lnTo>
                  <a:pt x="193" y="320"/>
                </a:lnTo>
                <a:lnTo>
                  <a:pt x="272" y="227"/>
                </a:lnTo>
                <a:lnTo>
                  <a:pt x="67" y="227"/>
                </a:lnTo>
                <a:lnTo>
                  <a:pt x="67" y="183"/>
                </a:lnTo>
                <a:lnTo>
                  <a:pt x="272" y="183"/>
                </a:lnTo>
                <a:lnTo>
                  <a:pt x="193" y="91"/>
                </a:lnTo>
                <a:lnTo>
                  <a:pt x="224" y="64"/>
                </a:lnTo>
                <a:lnTo>
                  <a:pt x="345" y="205"/>
                </a:lnTo>
                <a:lnTo>
                  <a:pt x="224" y="346"/>
                </a:lnTo>
                <a:close/>
                <a:moveTo>
                  <a:pt x="206" y="0"/>
                </a:moveTo>
                <a:cubicBezTo>
                  <a:pt x="319" y="0"/>
                  <a:pt x="411" y="92"/>
                  <a:pt x="411" y="205"/>
                </a:cubicBezTo>
                <a:cubicBezTo>
                  <a:pt x="411" y="319"/>
                  <a:pt x="319" y="411"/>
                  <a:pt x="206" y="411"/>
                </a:cubicBezTo>
                <a:cubicBezTo>
                  <a:pt x="92" y="411"/>
                  <a:pt x="0" y="319"/>
                  <a:pt x="0" y="205"/>
                </a:cubicBezTo>
                <a:cubicBezTo>
                  <a:pt x="0" y="92"/>
                  <a:pt x="92" y="0"/>
                  <a:pt x="206" y="0"/>
                </a:cubicBezTo>
                <a:close/>
                <a:moveTo>
                  <a:pt x="206" y="26"/>
                </a:moveTo>
                <a:cubicBezTo>
                  <a:pt x="305" y="26"/>
                  <a:pt x="385" y="106"/>
                  <a:pt x="385" y="205"/>
                </a:cubicBezTo>
                <a:cubicBezTo>
                  <a:pt x="385" y="304"/>
                  <a:pt x="305" y="385"/>
                  <a:pt x="206" y="385"/>
                </a:cubicBezTo>
                <a:cubicBezTo>
                  <a:pt x="107" y="385"/>
                  <a:pt x="27" y="304"/>
                  <a:pt x="27" y="205"/>
                </a:cubicBezTo>
                <a:cubicBezTo>
                  <a:pt x="27" y="106"/>
                  <a:pt x="107" y="26"/>
                  <a:pt x="206" y="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33" name="觅知网-不倒翁ID:189359941"/>
          <p:cNvSpPr>
            <a:spLocks noGrp="1"/>
          </p:cNvSpPr>
          <p:nvPr/>
        </p:nvSpPr>
        <p:spPr>
          <a:xfrm>
            <a:off x="6445405" y="2776790"/>
            <a:ext cx="24288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spc="100">
                <a:solidFill>
                  <a:srgbClr val="F8F8F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研究方法与思路</a:t>
            </a:r>
            <a:endParaRPr sz="2400" b="1" spc="100">
              <a:solidFill>
                <a:srgbClr val="F8F8F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觅知网-不倒翁ID:189359941"/>
          <p:cNvSpPr>
            <a:spLocks noGrp="1"/>
          </p:cNvSpPr>
          <p:nvPr/>
        </p:nvSpPr>
        <p:spPr>
          <a:xfrm>
            <a:off x="5744781" y="2743790"/>
            <a:ext cx="528373" cy="537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35" name="觅知网-不倒翁ID:189359941"/>
          <p:cNvSpPr>
            <a:spLocks noGrp="1"/>
          </p:cNvSpPr>
          <p:nvPr/>
        </p:nvSpPr>
        <p:spPr>
          <a:xfrm>
            <a:off x="5813615" y="2755252"/>
            <a:ext cx="37702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2700" b="1">
              <a:solidFill>
                <a:srgbClr val="F8F8F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6" name="觅知网-不倒翁ID:189359941"/>
          <p:cNvSpPr>
            <a:spLocks noGrp="1"/>
          </p:cNvSpPr>
          <p:nvPr/>
        </p:nvSpPr>
        <p:spPr>
          <a:xfrm>
            <a:off x="6227446" y="3526541"/>
            <a:ext cx="3623844" cy="486004"/>
          </a:xfrm>
          <a:custGeom>
            <a:avLst/>
            <a:gdLst>
              <a:gd name="T0" fmla="*/ 10 w 7091"/>
              <a:gd name="T1" fmla="*/ 0 h 933"/>
              <a:gd name="T2" fmla="*/ 6624 w 7091"/>
              <a:gd name="T3" fmla="*/ 0 h 933"/>
              <a:gd name="T4" fmla="*/ 7091 w 7091"/>
              <a:gd name="T5" fmla="*/ 466 h 933"/>
              <a:gd name="T6" fmla="*/ 7091 w 7091"/>
              <a:gd name="T7" fmla="*/ 466 h 933"/>
              <a:gd name="T8" fmla="*/ 6624 w 7091"/>
              <a:gd name="T9" fmla="*/ 933 h 933"/>
              <a:gd name="T10" fmla="*/ 10 w 7091"/>
              <a:gd name="T11" fmla="*/ 933 h 933"/>
              <a:gd name="T12" fmla="*/ 0 w 7091"/>
              <a:gd name="T13" fmla="*/ 933 h 933"/>
              <a:gd name="T14" fmla="*/ 192 w 7091"/>
              <a:gd name="T15" fmla="*/ 466 h 933"/>
              <a:gd name="T16" fmla="*/ 0 w 7091"/>
              <a:gd name="T17" fmla="*/ 0 h 933"/>
              <a:gd name="T18" fmla="*/ 10 w 7091"/>
              <a:gd name="T19" fmla="*/ 0 h 933"/>
            </a:gdLst>
            <a:ahLst/>
            <a:cxnLst/>
            <a:rect l="0" t="0" r="r" b="b"/>
            <a:pathLst>
              <a:path w="7091" h="933">
                <a:moveTo>
                  <a:pt x="10" y="0"/>
                </a:moveTo>
                <a:lnTo>
                  <a:pt x="6624" y="0"/>
                </a:lnTo>
                <a:cubicBezTo>
                  <a:pt x="6881" y="0"/>
                  <a:pt x="7091" y="210"/>
                  <a:pt x="7091" y="466"/>
                </a:cubicBezTo>
                <a:lnTo>
                  <a:pt x="7091" y="466"/>
                </a:lnTo>
                <a:cubicBezTo>
                  <a:pt x="7091" y="723"/>
                  <a:pt x="6881" y="933"/>
                  <a:pt x="6624" y="933"/>
                </a:cubicBezTo>
                <a:lnTo>
                  <a:pt x="10" y="933"/>
                </a:lnTo>
                <a:cubicBezTo>
                  <a:pt x="7" y="933"/>
                  <a:pt x="4" y="933"/>
                  <a:pt x="0" y="933"/>
                </a:cubicBezTo>
                <a:cubicBezTo>
                  <a:pt x="119" y="813"/>
                  <a:pt x="192" y="648"/>
                  <a:pt x="192" y="466"/>
                </a:cubicBezTo>
                <a:cubicBezTo>
                  <a:pt x="192" y="284"/>
                  <a:pt x="119" y="120"/>
                  <a:pt x="0" y="0"/>
                </a:cubicBezTo>
                <a:cubicBezTo>
                  <a:pt x="4" y="0"/>
                  <a:pt x="7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37" name="觅知网-不倒翁ID:189359941"/>
          <p:cNvSpPr>
            <a:spLocks noGrp="1"/>
          </p:cNvSpPr>
          <p:nvPr/>
        </p:nvSpPr>
        <p:spPr>
          <a:xfrm>
            <a:off x="9471210" y="3655527"/>
            <a:ext cx="209356" cy="214341"/>
          </a:xfrm>
          <a:custGeom>
            <a:avLst/>
            <a:gdLst>
              <a:gd name="T0" fmla="*/ 224 w 411"/>
              <a:gd name="T1" fmla="*/ 346 h 411"/>
              <a:gd name="T2" fmla="*/ 193 w 411"/>
              <a:gd name="T3" fmla="*/ 320 h 411"/>
              <a:gd name="T4" fmla="*/ 272 w 411"/>
              <a:gd name="T5" fmla="*/ 227 h 411"/>
              <a:gd name="T6" fmla="*/ 67 w 411"/>
              <a:gd name="T7" fmla="*/ 227 h 411"/>
              <a:gd name="T8" fmla="*/ 67 w 411"/>
              <a:gd name="T9" fmla="*/ 183 h 411"/>
              <a:gd name="T10" fmla="*/ 272 w 411"/>
              <a:gd name="T11" fmla="*/ 183 h 411"/>
              <a:gd name="T12" fmla="*/ 193 w 411"/>
              <a:gd name="T13" fmla="*/ 91 h 411"/>
              <a:gd name="T14" fmla="*/ 224 w 411"/>
              <a:gd name="T15" fmla="*/ 64 h 411"/>
              <a:gd name="T16" fmla="*/ 345 w 411"/>
              <a:gd name="T17" fmla="*/ 205 h 411"/>
              <a:gd name="T18" fmla="*/ 224 w 411"/>
              <a:gd name="T19" fmla="*/ 346 h 411"/>
              <a:gd name="T20" fmla="*/ 206 w 411"/>
              <a:gd name="T21" fmla="*/ 0 h 411"/>
              <a:gd name="T22" fmla="*/ 411 w 411"/>
              <a:gd name="T23" fmla="*/ 205 h 411"/>
              <a:gd name="T24" fmla="*/ 206 w 411"/>
              <a:gd name="T25" fmla="*/ 411 h 411"/>
              <a:gd name="T26" fmla="*/ 0 w 411"/>
              <a:gd name="T27" fmla="*/ 205 h 411"/>
              <a:gd name="T28" fmla="*/ 206 w 411"/>
              <a:gd name="T29" fmla="*/ 0 h 411"/>
              <a:gd name="T30" fmla="*/ 206 w 411"/>
              <a:gd name="T31" fmla="*/ 26 h 411"/>
              <a:gd name="T32" fmla="*/ 385 w 411"/>
              <a:gd name="T33" fmla="*/ 205 h 411"/>
              <a:gd name="T34" fmla="*/ 206 w 411"/>
              <a:gd name="T35" fmla="*/ 385 h 411"/>
              <a:gd name="T36" fmla="*/ 27 w 411"/>
              <a:gd name="T37" fmla="*/ 205 h 411"/>
              <a:gd name="T38" fmla="*/ 206 w 411"/>
              <a:gd name="T39" fmla="*/ 26 h 411"/>
            </a:gdLst>
            <a:ahLst/>
            <a:cxnLst/>
            <a:rect l="0" t="0" r="r" b="b"/>
            <a:pathLst>
              <a:path w="411" h="411">
                <a:moveTo>
                  <a:pt x="224" y="346"/>
                </a:moveTo>
                <a:lnTo>
                  <a:pt x="193" y="320"/>
                </a:lnTo>
                <a:lnTo>
                  <a:pt x="272" y="227"/>
                </a:lnTo>
                <a:lnTo>
                  <a:pt x="67" y="227"/>
                </a:lnTo>
                <a:lnTo>
                  <a:pt x="67" y="183"/>
                </a:lnTo>
                <a:lnTo>
                  <a:pt x="272" y="183"/>
                </a:lnTo>
                <a:lnTo>
                  <a:pt x="193" y="91"/>
                </a:lnTo>
                <a:lnTo>
                  <a:pt x="224" y="64"/>
                </a:lnTo>
                <a:lnTo>
                  <a:pt x="345" y="205"/>
                </a:lnTo>
                <a:lnTo>
                  <a:pt x="224" y="346"/>
                </a:lnTo>
                <a:close/>
                <a:moveTo>
                  <a:pt x="206" y="0"/>
                </a:moveTo>
                <a:cubicBezTo>
                  <a:pt x="319" y="0"/>
                  <a:pt x="411" y="92"/>
                  <a:pt x="411" y="205"/>
                </a:cubicBezTo>
                <a:cubicBezTo>
                  <a:pt x="411" y="319"/>
                  <a:pt x="319" y="411"/>
                  <a:pt x="206" y="411"/>
                </a:cubicBezTo>
                <a:cubicBezTo>
                  <a:pt x="92" y="411"/>
                  <a:pt x="0" y="319"/>
                  <a:pt x="0" y="205"/>
                </a:cubicBezTo>
                <a:cubicBezTo>
                  <a:pt x="0" y="92"/>
                  <a:pt x="92" y="0"/>
                  <a:pt x="206" y="0"/>
                </a:cubicBezTo>
                <a:close/>
                <a:moveTo>
                  <a:pt x="206" y="26"/>
                </a:moveTo>
                <a:cubicBezTo>
                  <a:pt x="305" y="26"/>
                  <a:pt x="385" y="106"/>
                  <a:pt x="385" y="205"/>
                </a:cubicBezTo>
                <a:cubicBezTo>
                  <a:pt x="385" y="304"/>
                  <a:pt x="305" y="385"/>
                  <a:pt x="206" y="385"/>
                </a:cubicBezTo>
                <a:cubicBezTo>
                  <a:pt x="107" y="385"/>
                  <a:pt x="27" y="304"/>
                  <a:pt x="27" y="205"/>
                </a:cubicBezTo>
                <a:cubicBezTo>
                  <a:pt x="27" y="106"/>
                  <a:pt x="107" y="26"/>
                  <a:pt x="206" y="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38" name="觅知网-不倒翁ID:189359941"/>
          <p:cNvSpPr>
            <a:spLocks noGrp="1"/>
          </p:cNvSpPr>
          <p:nvPr/>
        </p:nvSpPr>
        <p:spPr>
          <a:xfrm>
            <a:off x="6456015" y="3538087"/>
            <a:ext cx="272796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spc="100">
                <a:solidFill>
                  <a:srgbClr val="F8F8F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研究难点与创新点</a:t>
            </a:r>
            <a:endParaRPr sz="2400" b="1" spc="100">
              <a:solidFill>
                <a:srgbClr val="F8F8F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9" name="觅知网-不倒翁ID:189359941"/>
          <p:cNvSpPr>
            <a:spLocks noGrp="1"/>
          </p:cNvSpPr>
          <p:nvPr/>
        </p:nvSpPr>
        <p:spPr>
          <a:xfrm>
            <a:off x="5748919" y="3500372"/>
            <a:ext cx="528373" cy="537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40" name="觅知网-不倒翁ID:189359941"/>
          <p:cNvSpPr>
            <a:spLocks noGrp="1"/>
          </p:cNvSpPr>
          <p:nvPr/>
        </p:nvSpPr>
        <p:spPr>
          <a:xfrm>
            <a:off x="5820505" y="3526541"/>
            <a:ext cx="37702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2700" b="1">
              <a:solidFill>
                <a:srgbClr val="F8F8F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觅知网-不倒翁ID:189359941"/>
          <p:cNvSpPr>
            <a:spLocks noGrp="1"/>
          </p:cNvSpPr>
          <p:nvPr/>
        </p:nvSpPr>
        <p:spPr>
          <a:xfrm>
            <a:off x="6065491" y="4283124"/>
            <a:ext cx="3623844" cy="486004"/>
          </a:xfrm>
          <a:custGeom>
            <a:avLst/>
            <a:gdLst>
              <a:gd name="T0" fmla="*/ 10 w 7091"/>
              <a:gd name="T1" fmla="*/ 0 h 933"/>
              <a:gd name="T2" fmla="*/ 6624 w 7091"/>
              <a:gd name="T3" fmla="*/ 0 h 933"/>
              <a:gd name="T4" fmla="*/ 7091 w 7091"/>
              <a:gd name="T5" fmla="*/ 466 h 933"/>
              <a:gd name="T6" fmla="*/ 7091 w 7091"/>
              <a:gd name="T7" fmla="*/ 466 h 933"/>
              <a:gd name="T8" fmla="*/ 6624 w 7091"/>
              <a:gd name="T9" fmla="*/ 933 h 933"/>
              <a:gd name="T10" fmla="*/ 10 w 7091"/>
              <a:gd name="T11" fmla="*/ 933 h 933"/>
              <a:gd name="T12" fmla="*/ 0 w 7091"/>
              <a:gd name="T13" fmla="*/ 933 h 933"/>
              <a:gd name="T14" fmla="*/ 192 w 7091"/>
              <a:gd name="T15" fmla="*/ 466 h 933"/>
              <a:gd name="T16" fmla="*/ 0 w 7091"/>
              <a:gd name="T17" fmla="*/ 0 h 933"/>
              <a:gd name="T18" fmla="*/ 10 w 7091"/>
              <a:gd name="T19" fmla="*/ 0 h 933"/>
            </a:gdLst>
            <a:ahLst/>
            <a:cxnLst/>
            <a:rect l="0" t="0" r="r" b="b"/>
            <a:pathLst>
              <a:path w="7091" h="933">
                <a:moveTo>
                  <a:pt x="10" y="0"/>
                </a:moveTo>
                <a:lnTo>
                  <a:pt x="6624" y="0"/>
                </a:lnTo>
                <a:cubicBezTo>
                  <a:pt x="6881" y="0"/>
                  <a:pt x="7091" y="210"/>
                  <a:pt x="7091" y="466"/>
                </a:cubicBezTo>
                <a:lnTo>
                  <a:pt x="7091" y="466"/>
                </a:lnTo>
                <a:cubicBezTo>
                  <a:pt x="7091" y="723"/>
                  <a:pt x="6881" y="933"/>
                  <a:pt x="6624" y="933"/>
                </a:cubicBezTo>
                <a:lnTo>
                  <a:pt x="10" y="933"/>
                </a:lnTo>
                <a:cubicBezTo>
                  <a:pt x="7" y="933"/>
                  <a:pt x="4" y="933"/>
                  <a:pt x="0" y="933"/>
                </a:cubicBezTo>
                <a:cubicBezTo>
                  <a:pt x="119" y="813"/>
                  <a:pt x="192" y="648"/>
                  <a:pt x="192" y="466"/>
                </a:cubicBezTo>
                <a:cubicBezTo>
                  <a:pt x="192" y="284"/>
                  <a:pt x="119" y="120"/>
                  <a:pt x="0" y="0"/>
                </a:cubicBezTo>
                <a:cubicBezTo>
                  <a:pt x="4" y="0"/>
                  <a:pt x="7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42" name="觅知网-不倒翁ID:189359941"/>
          <p:cNvSpPr>
            <a:spLocks noGrp="1"/>
          </p:cNvSpPr>
          <p:nvPr/>
        </p:nvSpPr>
        <p:spPr>
          <a:xfrm>
            <a:off x="9309255" y="4412110"/>
            <a:ext cx="209356" cy="214341"/>
          </a:xfrm>
          <a:custGeom>
            <a:avLst/>
            <a:gdLst>
              <a:gd name="T0" fmla="*/ 224 w 411"/>
              <a:gd name="T1" fmla="*/ 346 h 411"/>
              <a:gd name="T2" fmla="*/ 193 w 411"/>
              <a:gd name="T3" fmla="*/ 320 h 411"/>
              <a:gd name="T4" fmla="*/ 272 w 411"/>
              <a:gd name="T5" fmla="*/ 227 h 411"/>
              <a:gd name="T6" fmla="*/ 67 w 411"/>
              <a:gd name="T7" fmla="*/ 227 h 411"/>
              <a:gd name="T8" fmla="*/ 67 w 411"/>
              <a:gd name="T9" fmla="*/ 183 h 411"/>
              <a:gd name="T10" fmla="*/ 272 w 411"/>
              <a:gd name="T11" fmla="*/ 183 h 411"/>
              <a:gd name="T12" fmla="*/ 193 w 411"/>
              <a:gd name="T13" fmla="*/ 91 h 411"/>
              <a:gd name="T14" fmla="*/ 224 w 411"/>
              <a:gd name="T15" fmla="*/ 64 h 411"/>
              <a:gd name="T16" fmla="*/ 345 w 411"/>
              <a:gd name="T17" fmla="*/ 205 h 411"/>
              <a:gd name="T18" fmla="*/ 224 w 411"/>
              <a:gd name="T19" fmla="*/ 346 h 411"/>
              <a:gd name="T20" fmla="*/ 206 w 411"/>
              <a:gd name="T21" fmla="*/ 0 h 411"/>
              <a:gd name="T22" fmla="*/ 411 w 411"/>
              <a:gd name="T23" fmla="*/ 205 h 411"/>
              <a:gd name="T24" fmla="*/ 206 w 411"/>
              <a:gd name="T25" fmla="*/ 411 h 411"/>
              <a:gd name="T26" fmla="*/ 0 w 411"/>
              <a:gd name="T27" fmla="*/ 205 h 411"/>
              <a:gd name="T28" fmla="*/ 206 w 411"/>
              <a:gd name="T29" fmla="*/ 0 h 411"/>
              <a:gd name="T30" fmla="*/ 206 w 411"/>
              <a:gd name="T31" fmla="*/ 26 h 411"/>
              <a:gd name="T32" fmla="*/ 385 w 411"/>
              <a:gd name="T33" fmla="*/ 205 h 411"/>
              <a:gd name="T34" fmla="*/ 206 w 411"/>
              <a:gd name="T35" fmla="*/ 385 h 411"/>
              <a:gd name="T36" fmla="*/ 27 w 411"/>
              <a:gd name="T37" fmla="*/ 205 h 411"/>
              <a:gd name="T38" fmla="*/ 206 w 411"/>
              <a:gd name="T39" fmla="*/ 26 h 411"/>
            </a:gdLst>
            <a:ahLst/>
            <a:cxnLst/>
            <a:rect l="0" t="0" r="r" b="b"/>
            <a:pathLst>
              <a:path w="411" h="411">
                <a:moveTo>
                  <a:pt x="224" y="346"/>
                </a:moveTo>
                <a:lnTo>
                  <a:pt x="193" y="320"/>
                </a:lnTo>
                <a:lnTo>
                  <a:pt x="272" y="227"/>
                </a:lnTo>
                <a:lnTo>
                  <a:pt x="67" y="227"/>
                </a:lnTo>
                <a:lnTo>
                  <a:pt x="67" y="183"/>
                </a:lnTo>
                <a:lnTo>
                  <a:pt x="272" y="183"/>
                </a:lnTo>
                <a:lnTo>
                  <a:pt x="193" y="91"/>
                </a:lnTo>
                <a:lnTo>
                  <a:pt x="224" y="64"/>
                </a:lnTo>
                <a:lnTo>
                  <a:pt x="345" y="205"/>
                </a:lnTo>
                <a:lnTo>
                  <a:pt x="224" y="346"/>
                </a:lnTo>
                <a:close/>
                <a:moveTo>
                  <a:pt x="206" y="0"/>
                </a:moveTo>
                <a:cubicBezTo>
                  <a:pt x="319" y="0"/>
                  <a:pt x="411" y="92"/>
                  <a:pt x="411" y="205"/>
                </a:cubicBezTo>
                <a:cubicBezTo>
                  <a:pt x="411" y="319"/>
                  <a:pt x="319" y="411"/>
                  <a:pt x="206" y="411"/>
                </a:cubicBezTo>
                <a:cubicBezTo>
                  <a:pt x="92" y="411"/>
                  <a:pt x="0" y="319"/>
                  <a:pt x="0" y="205"/>
                </a:cubicBezTo>
                <a:cubicBezTo>
                  <a:pt x="0" y="92"/>
                  <a:pt x="92" y="0"/>
                  <a:pt x="206" y="0"/>
                </a:cubicBezTo>
                <a:close/>
                <a:moveTo>
                  <a:pt x="206" y="26"/>
                </a:moveTo>
                <a:cubicBezTo>
                  <a:pt x="305" y="26"/>
                  <a:pt x="385" y="106"/>
                  <a:pt x="385" y="205"/>
                </a:cubicBezTo>
                <a:cubicBezTo>
                  <a:pt x="385" y="304"/>
                  <a:pt x="305" y="385"/>
                  <a:pt x="206" y="385"/>
                </a:cubicBezTo>
                <a:cubicBezTo>
                  <a:pt x="107" y="385"/>
                  <a:pt x="27" y="304"/>
                  <a:pt x="27" y="205"/>
                </a:cubicBezTo>
                <a:cubicBezTo>
                  <a:pt x="27" y="106"/>
                  <a:pt x="107" y="26"/>
                  <a:pt x="206" y="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43" name="觅知网-不倒翁ID:189359941"/>
          <p:cNvSpPr>
            <a:spLocks noGrp="1"/>
          </p:cNvSpPr>
          <p:nvPr/>
        </p:nvSpPr>
        <p:spPr>
          <a:xfrm>
            <a:off x="6214528" y="4290544"/>
            <a:ext cx="210826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spc="100">
                <a:solidFill>
                  <a:srgbClr val="F8F8F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论文进度安排</a:t>
            </a:r>
            <a:endParaRPr sz="2400" b="1" spc="100">
              <a:solidFill>
                <a:srgbClr val="F8F8F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觅知网-不倒翁ID:189359941"/>
          <p:cNvSpPr>
            <a:spLocks noGrp="1"/>
          </p:cNvSpPr>
          <p:nvPr/>
        </p:nvSpPr>
        <p:spPr>
          <a:xfrm>
            <a:off x="5586965" y="4256954"/>
            <a:ext cx="528373" cy="537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45" name="觅知网-不倒翁ID:189359941"/>
          <p:cNvSpPr>
            <a:spLocks noGrp="1"/>
          </p:cNvSpPr>
          <p:nvPr/>
        </p:nvSpPr>
        <p:spPr>
          <a:xfrm>
            <a:off x="5650995" y="4283104"/>
            <a:ext cx="37702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2700" b="1">
              <a:solidFill>
                <a:srgbClr val="F8F8F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6" name="觅知网-不倒翁ID:189359941"/>
          <p:cNvSpPr>
            <a:spLocks noGrp="1"/>
          </p:cNvSpPr>
          <p:nvPr/>
        </p:nvSpPr>
        <p:spPr>
          <a:xfrm>
            <a:off x="2238969" y="1959863"/>
            <a:ext cx="2788495" cy="279685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83635" tIns="41818" rIns="83635" bIns="41818" anchor="t"/>
          <a:lstStyle/>
          <a:p>
            <a:endParaRPr sz="2195"/>
          </a:p>
        </p:txBody>
      </p:sp>
      <p:sp>
        <p:nvSpPr>
          <p:cNvPr id="47" name="觅知网-不倒翁ID:189359941"/>
          <p:cNvSpPr>
            <a:spLocks noGrp="1"/>
          </p:cNvSpPr>
          <p:nvPr/>
        </p:nvSpPr>
        <p:spPr>
          <a:xfrm>
            <a:off x="2361927" y="2083191"/>
            <a:ext cx="2542578" cy="2550206"/>
          </a:xfrm>
          <a:prstGeom prst="ellipse">
            <a:avLst/>
          </a:prstGeom>
          <a:noFill/>
          <a:ln w="11621">
            <a:solidFill>
              <a:srgbClr val="F8F8F8"/>
            </a:solidFill>
            <a:prstDash val="dash"/>
          </a:ln>
        </p:spPr>
        <p:txBody>
          <a:bodyPr vert="horz" wrap="square" lIns="83635" tIns="41818" rIns="83635" bIns="41818" anchor="t"/>
          <a:lstStyle/>
          <a:p>
            <a:endParaRPr sz="2195"/>
          </a:p>
        </p:txBody>
      </p:sp>
      <p:sp>
        <p:nvSpPr>
          <p:cNvPr id="48" name="觅知网-不倒翁ID:189359941"/>
          <p:cNvSpPr>
            <a:spLocks noGrp="1"/>
          </p:cNvSpPr>
          <p:nvPr/>
        </p:nvSpPr>
        <p:spPr>
          <a:xfrm>
            <a:off x="2764746" y="2755711"/>
            <a:ext cx="1736942" cy="861060"/>
          </a:xfrm>
          <a:prstGeom prst="rect">
            <a:avLst/>
          </a:prstGeom>
          <a:noFill/>
        </p:spPr>
        <p:txBody>
          <a:bodyPr wrap="square" lIns="111557" tIns="55778" rIns="111557" bIns="55778">
            <a:spAutoFit/>
          </a:bodyPr>
          <a:lstStyle/>
          <a:p>
            <a:pPr>
              <a:buNone/>
            </a:pPr>
            <a:r>
              <a:rPr sz="4880" b="1">
                <a:solidFill>
                  <a:srgbClr val="F8F8F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目录</a:t>
            </a:r>
            <a:endParaRPr sz="4880" b="1">
              <a:solidFill>
                <a:srgbClr val="F8F8F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9" name="觅知网-不倒翁ID:189359941"/>
          <p:cNvSpPr>
            <a:spLocks noGrp="1"/>
          </p:cNvSpPr>
          <p:nvPr/>
        </p:nvSpPr>
        <p:spPr>
          <a:xfrm>
            <a:off x="2841507" y="3517366"/>
            <a:ext cx="1660181" cy="373380"/>
          </a:xfrm>
          <a:prstGeom prst="rect">
            <a:avLst/>
          </a:prstGeom>
          <a:noFill/>
        </p:spPr>
        <p:txBody>
          <a:bodyPr wrap="square" lIns="111557" tIns="55778" rIns="111557" bIns="55778">
            <a:spAutoFit/>
          </a:bodyPr>
          <a:lstStyle/>
          <a:p>
            <a:pPr>
              <a:buNone/>
            </a:pPr>
            <a:r>
              <a:rPr sz="1710">
                <a:solidFill>
                  <a:srgbClr val="F8F8F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CONTENTS</a:t>
            </a:r>
            <a:endParaRPr sz="1710">
              <a:solidFill>
                <a:srgbClr val="F8F8F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0" name="觅知网-不倒翁ID:189359941"/>
          <p:cNvSpPr>
            <a:spLocks noGrp="1"/>
          </p:cNvSpPr>
          <p:nvPr/>
        </p:nvSpPr>
        <p:spPr>
          <a:xfrm>
            <a:off x="5785139" y="5039706"/>
            <a:ext cx="3623844" cy="486004"/>
          </a:xfrm>
          <a:custGeom>
            <a:avLst/>
            <a:gdLst>
              <a:gd name="T0" fmla="*/ 10 w 7091"/>
              <a:gd name="T1" fmla="*/ 0 h 933"/>
              <a:gd name="T2" fmla="*/ 6624 w 7091"/>
              <a:gd name="T3" fmla="*/ 0 h 933"/>
              <a:gd name="T4" fmla="*/ 7091 w 7091"/>
              <a:gd name="T5" fmla="*/ 466 h 933"/>
              <a:gd name="T6" fmla="*/ 7091 w 7091"/>
              <a:gd name="T7" fmla="*/ 466 h 933"/>
              <a:gd name="T8" fmla="*/ 6624 w 7091"/>
              <a:gd name="T9" fmla="*/ 933 h 933"/>
              <a:gd name="T10" fmla="*/ 10 w 7091"/>
              <a:gd name="T11" fmla="*/ 933 h 933"/>
              <a:gd name="T12" fmla="*/ 0 w 7091"/>
              <a:gd name="T13" fmla="*/ 933 h 933"/>
              <a:gd name="T14" fmla="*/ 192 w 7091"/>
              <a:gd name="T15" fmla="*/ 466 h 933"/>
              <a:gd name="T16" fmla="*/ 0 w 7091"/>
              <a:gd name="T17" fmla="*/ 0 h 933"/>
              <a:gd name="T18" fmla="*/ 10 w 7091"/>
              <a:gd name="T19" fmla="*/ 0 h 933"/>
            </a:gdLst>
            <a:ahLst/>
            <a:cxnLst/>
            <a:rect l="0" t="0" r="r" b="b"/>
            <a:pathLst>
              <a:path w="7091" h="933">
                <a:moveTo>
                  <a:pt x="10" y="0"/>
                </a:moveTo>
                <a:lnTo>
                  <a:pt x="6624" y="0"/>
                </a:lnTo>
                <a:cubicBezTo>
                  <a:pt x="6881" y="0"/>
                  <a:pt x="7091" y="210"/>
                  <a:pt x="7091" y="466"/>
                </a:cubicBezTo>
                <a:lnTo>
                  <a:pt x="7091" y="466"/>
                </a:lnTo>
                <a:cubicBezTo>
                  <a:pt x="7091" y="723"/>
                  <a:pt x="6881" y="933"/>
                  <a:pt x="6624" y="933"/>
                </a:cubicBezTo>
                <a:lnTo>
                  <a:pt x="10" y="933"/>
                </a:lnTo>
                <a:cubicBezTo>
                  <a:pt x="7" y="933"/>
                  <a:pt x="4" y="933"/>
                  <a:pt x="0" y="933"/>
                </a:cubicBezTo>
                <a:cubicBezTo>
                  <a:pt x="119" y="813"/>
                  <a:pt x="192" y="648"/>
                  <a:pt x="192" y="466"/>
                </a:cubicBezTo>
                <a:cubicBezTo>
                  <a:pt x="192" y="284"/>
                  <a:pt x="119" y="120"/>
                  <a:pt x="0" y="0"/>
                </a:cubicBezTo>
                <a:cubicBezTo>
                  <a:pt x="4" y="0"/>
                  <a:pt x="7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51" name="觅知网-不倒翁ID:189359941"/>
          <p:cNvSpPr>
            <a:spLocks noGrp="1"/>
          </p:cNvSpPr>
          <p:nvPr/>
        </p:nvSpPr>
        <p:spPr>
          <a:xfrm>
            <a:off x="9028903" y="5168692"/>
            <a:ext cx="209356" cy="214341"/>
          </a:xfrm>
          <a:custGeom>
            <a:avLst/>
            <a:gdLst>
              <a:gd name="T0" fmla="*/ 224 w 411"/>
              <a:gd name="T1" fmla="*/ 346 h 411"/>
              <a:gd name="T2" fmla="*/ 193 w 411"/>
              <a:gd name="T3" fmla="*/ 320 h 411"/>
              <a:gd name="T4" fmla="*/ 272 w 411"/>
              <a:gd name="T5" fmla="*/ 227 h 411"/>
              <a:gd name="T6" fmla="*/ 67 w 411"/>
              <a:gd name="T7" fmla="*/ 227 h 411"/>
              <a:gd name="T8" fmla="*/ 67 w 411"/>
              <a:gd name="T9" fmla="*/ 183 h 411"/>
              <a:gd name="T10" fmla="*/ 272 w 411"/>
              <a:gd name="T11" fmla="*/ 183 h 411"/>
              <a:gd name="T12" fmla="*/ 193 w 411"/>
              <a:gd name="T13" fmla="*/ 91 h 411"/>
              <a:gd name="T14" fmla="*/ 224 w 411"/>
              <a:gd name="T15" fmla="*/ 64 h 411"/>
              <a:gd name="T16" fmla="*/ 345 w 411"/>
              <a:gd name="T17" fmla="*/ 205 h 411"/>
              <a:gd name="T18" fmla="*/ 224 w 411"/>
              <a:gd name="T19" fmla="*/ 346 h 411"/>
              <a:gd name="T20" fmla="*/ 206 w 411"/>
              <a:gd name="T21" fmla="*/ 0 h 411"/>
              <a:gd name="T22" fmla="*/ 411 w 411"/>
              <a:gd name="T23" fmla="*/ 205 h 411"/>
              <a:gd name="T24" fmla="*/ 206 w 411"/>
              <a:gd name="T25" fmla="*/ 411 h 411"/>
              <a:gd name="T26" fmla="*/ 0 w 411"/>
              <a:gd name="T27" fmla="*/ 205 h 411"/>
              <a:gd name="T28" fmla="*/ 206 w 411"/>
              <a:gd name="T29" fmla="*/ 0 h 411"/>
              <a:gd name="T30" fmla="*/ 206 w 411"/>
              <a:gd name="T31" fmla="*/ 26 h 411"/>
              <a:gd name="T32" fmla="*/ 385 w 411"/>
              <a:gd name="T33" fmla="*/ 205 h 411"/>
              <a:gd name="T34" fmla="*/ 206 w 411"/>
              <a:gd name="T35" fmla="*/ 385 h 411"/>
              <a:gd name="T36" fmla="*/ 27 w 411"/>
              <a:gd name="T37" fmla="*/ 205 h 411"/>
              <a:gd name="T38" fmla="*/ 206 w 411"/>
              <a:gd name="T39" fmla="*/ 26 h 411"/>
            </a:gdLst>
            <a:ahLst/>
            <a:cxnLst/>
            <a:rect l="0" t="0" r="r" b="b"/>
            <a:pathLst>
              <a:path w="411" h="411">
                <a:moveTo>
                  <a:pt x="224" y="346"/>
                </a:moveTo>
                <a:lnTo>
                  <a:pt x="193" y="320"/>
                </a:lnTo>
                <a:lnTo>
                  <a:pt x="272" y="227"/>
                </a:lnTo>
                <a:lnTo>
                  <a:pt x="67" y="227"/>
                </a:lnTo>
                <a:lnTo>
                  <a:pt x="67" y="183"/>
                </a:lnTo>
                <a:lnTo>
                  <a:pt x="272" y="183"/>
                </a:lnTo>
                <a:lnTo>
                  <a:pt x="193" y="91"/>
                </a:lnTo>
                <a:lnTo>
                  <a:pt x="224" y="64"/>
                </a:lnTo>
                <a:lnTo>
                  <a:pt x="345" y="205"/>
                </a:lnTo>
                <a:lnTo>
                  <a:pt x="224" y="346"/>
                </a:lnTo>
                <a:close/>
                <a:moveTo>
                  <a:pt x="206" y="0"/>
                </a:moveTo>
                <a:cubicBezTo>
                  <a:pt x="319" y="0"/>
                  <a:pt x="411" y="92"/>
                  <a:pt x="411" y="205"/>
                </a:cubicBezTo>
                <a:cubicBezTo>
                  <a:pt x="411" y="319"/>
                  <a:pt x="319" y="411"/>
                  <a:pt x="206" y="411"/>
                </a:cubicBezTo>
                <a:cubicBezTo>
                  <a:pt x="92" y="411"/>
                  <a:pt x="0" y="319"/>
                  <a:pt x="0" y="205"/>
                </a:cubicBezTo>
                <a:cubicBezTo>
                  <a:pt x="0" y="92"/>
                  <a:pt x="92" y="0"/>
                  <a:pt x="206" y="0"/>
                </a:cubicBezTo>
                <a:close/>
                <a:moveTo>
                  <a:pt x="206" y="26"/>
                </a:moveTo>
                <a:cubicBezTo>
                  <a:pt x="305" y="26"/>
                  <a:pt x="385" y="106"/>
                  <a:pt x="385" y="205"/>
                </a:cubicBezTo>
                <a:cubicBezTo>
                  <a:pt x="385" y="304"/>
                  <a:pt x="305" y="385"/>
                  <a:pt x="206" y="385"/>
                </a:cubicBezTo>
                <a:cubicBezTo>
                  <a:pt x="107" y="385"/>
                  <a:pt x="27" y="304"/>
                  <a:pt x="27" y="205"/>
                </a:cubicBezTo>
                <a:cubicBezTo>
                  <a:pt x="27" y="106"/>
                  <a:pt x="107" y="26"/>
                  <a:pt x="206" y="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52" name="觅知网-不倒翁ID:189359941"/>
          <p:cNvSpPr>
            <a:spLocks noGrp="1"/>
          </p:cNvSpPr>
          <p:nvPr/>
        </p:nvSpPr>
        <p:spPr>
          <a:xfrm>
            <a:off x="5934176" y="5047126"/>
            <a:ext cx="210826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spc="100">
                <a:solidFill>
                  <a:srgbClr val="F8F8F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预期实验结果</a:t>
            </a:r>
            <a:endParaRPr sz="2400" b="1" spc="100">
              <a:solidFill>
                <a:srgbClr val="F8F8F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3" name="觅知网-不倒翁ID:189359941"/>
          <p:cNvSpPr>
            <a:spLocks noGrp="1"/>
          </p:cNvSpPr>
          <p:nvPr/>
        </p:nvSpPr>
        <p:spPr>
          <a:xfrm>
            <a:off x="5306613" y="5013536"/>
            <a:ext cx="528373" cy="537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54" name="觅知网-不倒翁ID:189359941"/>
          <p:cNvSpPr>
            <a:spLocks noGrp="1"/>
          </p:cNvSpPr>
          <p:nvPr/>
        </p:nvSpPr>
        <p:spPr>
          <a:xfrm>
            <a:off x="5370643" y="5039686"/>
            <a:ext cx="37702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endParaRPr sz="2700" b="1">
              <a:solidFill>
                <a:srgbClr val="F8F8F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5" name="觅知网-不倒翁ID:189359941"/>
          <p:cNvSpPr>
            <a:spLocks noGrp="1"/>
          </p:cNvSpPr>
          <p:nvPr/>
        </p:nvSpPr>
        <p:spPr>
          <a:xfrm>
            <a:off x="5785140" y="1256795"/>
            <a:ext cx="3623844" cy="486004"/>
          </a:xfrm>
          <a:custGeom>
            <a:avLst/>
            <a:gdLst>
              <a:gd name="T0" fmla="*/ 10 w 7091"/>
              <a:gd name="T1" fmla="*/ 0 h 933"/>
              <a:gd name="T2" fmla="*/ 6624 w 7091"/>
              <a:gd name="T3" fmla="*/ 0 h 933"/>
              <a:gd name="T4" fmla="*/ 7091 w 7091"/>
              <a:gd name="T5" fmla="*/ 466 h 933"/>
              <a:gd name="T6" fmla="*/ 7091 w 7091"/>
              <a:gd name="T7" fmla="*/ 466 h 933"/>
              <a:gd name="T8" fmla="*/ 6624 w 7091"/>
              <a:gd name="T9" fmla="*/ 933 h 933"/>
              <a:gd name="T10" fmla="*/ 10 w 7091"/>
              <a:gd name="T11" fmla="*/ 933 h 933"/>
              <a:gd name="T12" fmla="*/ 0 w 7091"/>
              <a:gd name="T13" fmla="*/ 933 h 933"/>
              <a:gd name="T14" fmla="*/ 192 w 7091"/>
              <a:gd name="T15" fmla="*/ 466 h 933"/>
              <a:gd name="T16" fmla="*/ 0 w 7091"/>
              <a:gd name="T17" fmla="*/ 0 h 933"/>
              <a:gd name="T18" fmla="*/ 10 w 7091"/>
              <a:gd name="T19" fmla="*/ 0 h 933"/>
            </a:gdLst>
            <a:ahLst/>
            <a:cxnLst/>
            <a:rect l="0" t="0" r="r" b="b"/>
            <a:pathLst>
              <a:path w="7091" h="933">
                <a:moveTo>
                  <a:pt x="10" y="0"/>
                </a:moveTo>
                <a:lnTo>
                  <a:pt x="6624" y="0"/>
                </a:lnTo>
                <a:cubicBezTo>
                  <a:pt x="6881" y="0"/>
                  <a:pt x="7091" y="210"/>
                  <a:pt x="7091" y="466"/>
                </a:cubicBezTo>
                <a:lnTo>
                  <a:pt x="7091" y="466"/>
                </a:lnTo>
                <a:cubicBezTo>
                  <a:pt x="7091" y="723"/>
                  <a:pt x="6881" y="933"/>
                  <a:pt x="6624" y="933"/>
                </a:cubicBezTo>
                <a:lnTo>
                  <a:pt x="10" y="933"/>
                </a:lnTo>
                <a:cubicBezTo>
                  <a:pt x="7" y="933"/>
                  <a:pt x="4" y="933"/>
                  <a:pt x="0" y="933"/>
                </a:cubicBezTo>
                <a:cubicBezTo>
                  <a:pt x="119" y="813"/>
                  <a:pt x="192" y="648"/>
                  <a:pt x="192" y="466"/>
                </a:cubicBezTo>
                <a:cubicBezTo>
                  <a:pt x="192" y="284"/>
                  <a:pt x="119" y="120"/>
                  <a:pt x="0" y="0"/>
                </a:cubicBezTo>
                <a:cubicBezTo>
                  <a:pt x="4" y="0"/>
                  <a:pt x="7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56" name="觅知网-不倒翁ID:189359941"/>
          <p:cNvSpPr>
            <a:spLocks noGrp="1"/>
          </p:cNvSpPr>
          <p:nvPr/>
        </p:nvSpPr>
        <p:spPr>
          <a:xfrm>
            <a:off x="9028904" y="1385781"/>
            <a:ext cx="209356" cy="214341"/>
          </a:xfrm>
          <a:custGeom>
            <a:avLst/>
            <a:gdLst>
              <a:gd name="T0" fmla="*/ 224 w 411"/>
              <a:gd name="T1" fmla="*/ 346 h 411"/>
              <a:gd name="T2" fmla="*/ 193 w 411"/>
              <a:gd name="T3" fmla="*/ 320 h 411"/>
              <a:gd name="T4" fmla="*/ 272 w 411"/>
              <a:gd name="T5" fmla="*/ 227 h 411"/>
              <a:gd name="T6" fmla="*/ 67 w 411"/>
              <a:gd name="T7" fmla="*/ 227 h 411"/>
              <a:gd name="T8" fmla="*/ 67 w 411"/>
              <a:gd name="T9" fmla="*/ 183 h 411"/>
              <a:gd name="T10" fmla="*/ 272 w 411"/>
              <a:gd name="T11" fmla="*/ 183 h 411"/>
              <a:gd name="T12" fmla="*/ 193 w 411"/>
              <a:gd name="T13" fmla="*/ 91 h 411"/>
              <a:gd name="T14" fmla="*/ 224 w 411"/>
              <a:gd name="T15" fmla="*/ 64 h 411"/>
              <a:gd name="T16" fmla="*/ 345 w 411"/>
              <a:gd name="T17" fmla="*/ 205 h 411"/>
              <a:gd name="T18" fmla="*/ 224 w 411"/>
              <a:gd name="T19" fmla="*/ 346 h 411"/>
              <a:gd name="T20" fmla="*/ 206 w 411"/>
              <a:gd name="T21" fmla="*/ 0 h 411"/>
              <a:gd name="T22" fmla="*/ 411 w 411"/>
              <a:gd name="T23" fmla="*/ 205 h 411"/>
              <a:gd name="T24" fmla="*/ 206 w 411"/>
              <a:gd name="T25" fmla="*/ 411 h 411"/>
              <a:gd name="T26" fmla="*/ 0 w 411"/>
              <a:gd name="T27" fmla="*/ 205 h 411"/>
              <a:gd name="T28" fmla="*/ 206 w 411"/>
              <a:gd name="T29" fmla="*/ 0 h 411"/>
              <a:gd name="T30" fmla="*/ 206 w 411"/>
              <a:gd name="T31" fmla="*/ 26 h 411"/>
              <a:gd name="T32" fmla="*/ 385 w 411"/>
              <a:gd name="T33" fmla="*/ 205 h 411"/>
              <a:gd name="T34" fmla="*/ 206 w 411"/>
              <a:gd name="T35" fmla="*/ 385 h 411"/>
              <a:gd name="T36" fmla="*/ 27 w 411"/>
              <a:gd name="T37" fmla="*/ 205 h 411"/>
              <a:gd name="T38" fmla="*/ 206 w 411"/>
              <a:gd name="T39" fmla="*/ 26 h 411"/>
            </a:gdLst>
            <a:ahLst/>
            <a:cxnLst/>
            <a:rect l="0" t="0" r="r" b="b"/>
            <a:pathLst>
              <a:path w="411" h="411">
                <a:moveTo>
                  <a:pt x="224" y="346"/>
                </a:moveTo>
                <a:lnTo>
                  <a:pt x="193" y="320"/>
                </a:lnTo>
                <a:lnTo>
                  <a:pt x="272" y="227"/>
                </a:lnTo>
                <a:lnTo>
                  <a:pt x="67" y="227"/>
                </a:lnTo>
                <a:lnTo>
                  <a:pt x="67" y="183"/>
                </a:lnTo>
                <a:lnTo>
                  <a:pt x="272" y="183"/>
                </a:lnTo>
                <a:lnTo>
                  <a:pt x="193" y="91"/>
                </a:lnTo>
                <a:lnTo>
                  <a:pt x="224" y="64"/>
                </a:lnTo>
                <a:lnTo>
                  <a:pt x="345" y="205"/>
                </a:lnTo>
                <a:lnTo>
                  <a:pt x="224" y="346"/>
                </a:lnTo>
                <a:close/>
                <a:moveTo>
                  <a:pt x="206" y="0"/>
                </a:moveTo>
                <a:cubicBezTo>
                  <a:pt x="319" y="0"/>
                  <a:pt x="411" y="92"/>
                  <a:pt x="411" y="205"/>
                </a:cubicBezTo>
                <a:cubicBezTo>
                  <a:pt x="411" y="319"/>
                  <a:pt x="319" y="411"/>
                  <a:pt x="206" y="411"/>
                </a:cubicBezTo>
                <a:cubicBezTo>
                  <a:pt x="92" y="411"/>
                  <a:pt x="0" y="319"/>
                  <a:pt x="0" y="205"/>
                </a:cubicBezTo>
                <a:cubicBezTo>
                  <a:pt x="0" y="92"/>
                  <a:pt x="92" y="0"/>
                  <a:pt x="206" y="0"/>
                </a:cubicBezTo>
                <a:close/>
                <a:moveTo>
                  <a:pt x="206" y="26"/>
                </a:moveTo>
                <a:cubicBezTo>
                  <a:pt x="305" y="26"/>
                  <a:pt x="385" y="106"/>
                  <a:pt x="385" y="205"/>
                </a:cubicBezTo>
                <a:cubicBezTo>
                  <a:pt x="385" y="304"/>
                  <a:pt x="305" y="385"/>
                  <a:pt x="206" y="385"/>
                </a:cubicBezTo>
                <a:cubicBezTo>
                  <a:pt x="107" y="385"/>
                  <a:pt x="27" y="304"/>
                  <a:pt x="27" y="205"/>
                </a:cubicBezTo>
                <a:cubicBezTo>
                  <a:pt x="27" y="106"/>
                  <a:pt x="107" y="26"/>
                  <a:pt x="206" y="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57" name="觅知网-不倒翁ID:189359941"/>
          <p:cNvSpPr>
            <a:spLocks noGrp="1"/>
          </p:cNvSpPr>
          <p:nvPr/>
        </p:nvSpPr>
        <p:spPr>
          <a:xfrm>
            <a:off x="6007238" y="1253492"/>
            <a:ext cx="24288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spc="100">
                <a:solidFill>
                  <a:srgbClr val="F8F8F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选题背景与意义</a:t>
            </a:r>
            <a:endParaRPr sz="2400" b="1" spc="100">
              <a:solidFill>
                <a:srgbClr val="F8F8F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" name="觅知网-不倒翁ID:189359941"/>
          <p:cNvSpPr>
            <a:spLocks noGrp="1"/>
          </p:cNvSpPr>
          <p:nvPr/>
        </p:nvSpPr>
        <p:spPr>
          <a:xfrm>
            <a:off x="5306613" y="1230626"/>
            <a:ext cx="528373" cy="537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53" tIns="34277" rIns="68553" bIns="34277" anchor="t"/>
          <a:lstStyle/>
          <a:p/>
        </p:txBody>
      </p:sp>
      <p:sp>
        <p:nvSpPr>
          <p:cNvPr id="59" name="觅知网-不倒翁ID:189359941"/>
          <p:cNvSpPr>
            <a:spLocks noGrp="1"/>
          </p:cNvSpPr>
          <p:nvPr/>
        </p:nvSpPr>
        <p:spPr>
          <a:xfrm>
            <a:off x="5382968" y="1242874"/>
            <a:ext cx="37702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8F8F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2700" b="1">
              <a:solidFill>
                <a:srgbClr val="F8F8F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觅知网-不倒翁ID:189359941"/>
          <p:cNvSpPr>
            <a:spLocks noGrp="1"/>
          </p:cNvSpPr>
          <p:nvPr/>
        </p:nvSpPr>
        <p:spPr>
          <a:xfrm>
            <a:off x="323" y="5511138"/>
            <a:ext cx="12191677" cy="1346862"/>
          </a:xfrm>
          <a:custGeom>
            <a:avLst/>
            <a:gdLst>
              <a:gd name="connsiteX0" fmla="*/ 12191677 w 12191677"/>
              <a:gd name="connsiteY0" fmla="*/ 0 h 1346862"/>
              <a:gd name="connsiteX1" fmla="*/ 12191677 w 12191677"/>
              <a:gd name="connsiteY1" fmla="*/ 1346862 h 1346862"/>
              <a:gd name="connsiteX2" fmla="*/ 0 w 12191677"/>
              <a:gd name="connsiteY2" fmla="*/ 1346862 h 1346862"/>
              <a:gd name="connsiteX3" fmla="*/ 0 w 12191677"/>
              <a:gd name="connsiteY3" fmla="*/ 42381 h 1346862"/>
              <a:gd name="connsiteX4" fmla="*/ 11935898 w 12191677"/>
              <a:gd name="connsiteY4" fmla="*/ 70915 h 1346862"/>
            </a:gdLst>
            <a:ahLst/>
            <a:cxnLst/>
            <a:rect l="l" t="t" r="r" b="b"/>
            <a:pathLst>
              <a:path w="12191677" h="1346862">
                <a:moveTo>
                  <a:pt x="12191677" y="0"/>
                </a:moveTo>
                <a:lnTo>
                  <a:pt x="12191677" y="1346862"/>
                </a:lnTo>
                <a:lnTo>
                  <a:pt x="0" y="1346862"/>
                </a:lnTo>
                <a:lnTo>
                  <a:pt x="0" y="42381"/>
                </a:lnTo>
                <a:cubicBezTo>
                  <a:pt x="3090122" y="758737"/>
                  <a:pt x="8949245" y="844902"/>
                  <a:pt x="11935898" y="70915"/>
                </a:cubicBezTo>
                <a:close/>
              </a:path>
            </a:pathLst>
          </a:custGeom>
          <a:solidFill>
            <a:srgbClr val="344778"/>
          </a:solidFill>
          <a:ln w="25400" cap="flat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86677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705" b="0" i="0" u="none" strike="noStrike" kern="0" cap="none" spc="0" baseline="0">
              <a:ln>
                <a:noFill/>
              </a:ln>
              <a:solidFill>
                <a:sysClr val="window" lastClr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觅知网-不倒翁ID:189359941"/>
          <p:cNvSpPr>
            <a:spLocks noGrp="1"/>
          </p:cNvSpPr>
          <p:nvPr/>
        </p:nvSpPr>
        <p:spPr>
          <a:xfrm>
            <a:off x="5227157" y="1844355"/>
            <a:ext cx="1728192" cy="5232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10" name="觅知网-不倒翁ID:189359941"/>
          <p:cNvSpPr>
            <a:spLocks noGrp="1"/>
          </p:cNvSpPr>
          <p:nvPr/>
        </p:nvSpPr>
        <p:spPr>
          <a:xfrm flipV="1">
            <a:off x="6036643" y="2356198"/>
            <a:ext cx="109220" cy="9415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11" name="觅知网-不倒翁ID:189359941"/>
          <p:cNvSpPr>
            <a:spLocks noGrp="1"/>
          </p:cNvSpPr>
          <p:nvPr/>
        </p:nvSpPr>
        <p:spPr>
          <a:xfrm>
            <a:off x="2804163" y="2659881"/>
            <a:ext cx="6583680" cy="11988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7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选题背景与意义</a:t>
            </a:r>
            <a:endParaRPr sz="7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觅知网-不倒翁ID:189359941"/>
          <p:cNvSpPr>
            <a:spLocks noGrp="1"/>
          </p:cNvSpPr>
          <p:nvPr/>
        </p:nvSpPr>
        <p:spPr>
          <a:xfrm>
            <a:off x="5390213" y="1880056"/>
            <a:ext cx="14020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2400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第一部分</a:t>
            </a:r>
            <a:endParaRPr sz="2400">
              <a:solidFill>
                <a:schemeClr val="bg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觅知网-不倒翁ID:189359941"/>
          <p:cNvSpPr>
            <a:spLocks noGrp="1"/>
          </p:cNvSpPr>
          <p:nvPr/>
        </p:nvSpPr>
        <p:spPr>
          <a:xfrm>
            <a:off x="3071664" y="3980013"/>
            <a:ext cx="6048672" cy="386080"/>
          </a:xfrm>
          <a:prstGeom prst="rect">
            <a:avLst/>
          </a:prstGeom>
          <a:noFill/>
        </p:spPr>
        <p:txBody>
          <a:bodyPr wrap="square" lIns="109728" tIns="54864" rIns="109728" bIns="54864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 b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2964214" y="3911559"/>
            <a:ext cx="625407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觅知网-不倒翁ID:189359941"/>
          <p:cNvSpPr>
            <a:spLocks noGrp="1"/>
          </p:cNvSpPr>
          <p:nvPr/>
        </p:nvSpPr>
        <p:spPr>
          <a:xfrm>
            <a:off x="323" y="5511138"/>
            <a:ext cx="12191677" cy="1346862"/>
          </a:xfrm>
          <a:custGeom>
            <a:avLst/>
            <a:gdLst>
              <a:gd name="connsiteX0" fmla="*/ 12191677 w 12191677"/>
              <a:gd name="connsiteY0" fmla="*/ 0 h 1346862"/>
              <a:gd name="connsiteX1" fmla="*/ 12191677 w 12191677"/>
              <a:gd name="connsiteY1" fmla="*/ 1346862 h 1346862"/>
              <a:gd name="connsiteX2" fmla="*/ 0 w 12191677"/>
              <a:gd name="connsiteY2" fmla="*/ 1346862 h 1346862"/>
              <a:gd name="connsiteX3" fmla="*/ 0 w 12191677"/>
              <a:gd name="connsiteY3" fmla="*/ 42381 h 1346862"/>
              <a:gd name="connsiteX4" fmla="*/ 11935898 w 12191677"/>
              <a:gd name="connsiteY4" fmla="*/ 70915 h 1346862"/>
            </a:gdLst>
            <a:ahLst/>
            <a:cxnLst/>
            <a:rect l="l" t="t" r="r" b="b"/>
            <a:pathLst>
              <a:path w="12191677" h="1346862">
                <a:moveTo>
                  <a:pt x="12191677" y="0"/>
                </a:moveTo>
                <a:lnTo>
                  <a:pt x="12191677" y="1346862"/>
                </a:lnTo>
                <a:lnTo>
                  <a:pt x="0" y="1346862"/>
                </a:lnTo>
                <a:lnTo>
                  <a:pt x="0" y="42381"/>
                </a:lnTo>
                <a:cubicBezTo>
                  <a:pt x="3090122" y="758737"/>
                  <a:pt x="8949245" y="844902"/>
                  <a:pt x="11935898" y="70915"/>
                </a:cubicBezTo>
                <a:close/>
              </a:path>
            </a:pathLst>
          </a:custGeom>
          <a:solidFill>
            <a:srgbClr val="344778"/>
          </a:solidFill>
          <a:ln w="25400" cap="flat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86677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705" b="0" i="0" u="none" strike="noStrike" kern="0" cap="none" spc="0" baseline="0">
              <a:ln>
                <a:noFill/>
              </a:ln>
              <a:solidFill>
                <a:sysClr val="window" lastClr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选题背景与意义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buNone/>
              <a:defRPr sz="2475" b="1">
                <a:solidFill>
                  <a:srgbClr val="344778"/>
                </a:solidFill>
              </a:defRPr>
            </a:lvl1pPr>
            <a:lvl2pPr>
              <a:buNone/>
              <a:defRPr sz="2475" b="1">
                <a:solidFill>
                  <a:srgbClr val="344778"/>
                </a:solidFill>
              </a:defRPr>
            </a:lvl2pPr>
            <a:lvl3pPr>
              <a:buNone/>
              <a:defRPr sz="2475" b="1">
                <a:solidFill>
                  <a:srgbClr val="344778"/>
                </a:solidFill>
              </a:defRPr>
            </a:lvl3pPr>
            <a:lvl4pPr>
              <a:buNone/>
              <a:defRPr sz="2475" b="1">
                <a:solidFill>
                  <a:srgbClr val="344778"/>
                </a:solidFill>
              </a:defRPr>
            </a:lvl4pPr>
            <a:lvl5pPr>
              <a:buNone/>
              <a:defRPr sz="2475" b="1">
                <a:solidFill>
                  <a:srgbClr val="344778"/>
                </a:solidFill>
              </a:defRPr>
            </a:lvl5pPr>
            <a:lvl6pPr>
              <a:buNone/>
              <a:defRPr sz="2475" b="1">
                <a:solidFill>
                  <a:srgbClr val="344778"/>
                </a:solidFill>
              </a:defRPr>
            </a:lvl6pPr>
            <a:lvl7pPr>
              <a:buNone/>
              <a:defRPr sz="2475" b="1">
                <a:solidFill>
                  <a:srgbClr val="344778"/>
                </a:solidFill>
              </a:defRPr>
            </a:lvl7pPr>
            <a:lvl8pPr>
              <a:buNone/>
              <a:defRPr sz="2475" b="1">
                <a:solidFill>
                  <a:srgbClr val="344778"/>
                </a:solidFill>
              </a:defRPr>
            </a:lvl8pPr>
            <a:lvl9pPr>
              <a:buNone/>
              <a:defRPr sz="24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AI提供阅读支持，但工具表现与学习收获需要区分</a:t>
            </a:r>
            <a:endParaRPr sz="2475" b="1">
              <a:solidFill>
                <a:srgbClr val="344778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2000" y="214312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科研阅读的变化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76625" y="2143125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AI已能帮助检索、概括、解释和比较论文，降低获取与处理信息的成本。科研新手仍需判断研究方法和结果能否支持作者结论，形成有依据的评价。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2000" y="3333750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认知卸载与学习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476625" y="3333750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Gerlich（2025）发现，频繁使用AI与更多认知卸载、较低批判性思维得分相关。Bastani等（2025）发现，普通GPT提高数学练习表现，却降低撤去工具后的独立考试表现。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2000" y="452437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本研究关注的问题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476625" y="4524375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上述结果提示，AI帮助下完成任务与学生自身的学习收获</a:t>
            </a:r>
            <a:r>
              <a:rPr lang="zh-CN" sz="1800" b="0">
                <a:solidFill>
                  <a:srgbClr val="202C43"/>
                </a:solidFill>
              </a:rPr>
              <a:t>仍需区分</a:t>
            </a:r>
            <a:r>
              <a:rPr sz="1800" b="0">
                <a:solidFill>
                  <a:srgbClr val="202C43"/>
                </a:solidFill>
              </a:rPr>
              <a:t>。</a:t>
            </a:r>
            <a:endParaRPr sz="1800" b="0">
              <a:solidFill>
                <a:srgbClr val="202C43"/>
              </a:solidFill>
            </a:endParaRPr>
          </a:p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本研究考察：</a:t>
            </a:r>
            <a:r>
              <a:rPr sz="1800" b="1">
                <a:solidFill>
                  <a:srgbClr val="202C43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通过</a:t>
            </a:r>
            <a:r>
              <a:rPr lang="zh-CN" sz="1800" b="1">
                <a:solidFill>
                  <a:srgbClr val="202C43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苏格拉底式</a:t>
            </a:r>
            <a:r>
              <a:rPr lang="en-US" altLang="zh-CN" sz="1800" b="1">
                <a:solidFill>
                  <a:srgbClr val="202C43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Agent</a:t>
            </a:r>
            <a:r>
              <a:rPr sz="1800" b="1">
                <a:solidFill>
                  <a:srgbClr val="202C43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追问</a:t>
            </a:r>
            <a:r>
              <a:rPr lang="zh-CN" sz="1800" b="1">
                <a:solidFill>
                  <a:srgbClr val="202C43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和引导，</a:t>
            </a:r>
            <a:r>
              <a:rPr sz="1800" b="1">
                <a:solidFill>
                  <a:srgbClr val="202C43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让</a:t>
            </a:r>
            <a:r>
              <a:rPr lang="zh-CN" sz="1800" b="1">
                <a:solidFill>
                  <a:srgbClr val="202C43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科研</a:t>
            </a:r>
            <a:r>
              <a:rPr sz="1800" b="1">
                <a:solidFill>
                  <a:srgbClr val="202C43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新手自己检验证据、说明理由，能否改善其撤去AI后的论文</a:t>
            </a:r>
            <a:r>
              <a:rPr lang="zh-CN" sz="1800" b="1">
                <a:solidFill>
                  <a:srgbClr val="202C43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批判性</a:t>
            </a:r>
            <a:r>
              <a:rPr sz="1800" b="1">
                <a:solidFill>
                  <a:srgbClr val="202C43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评价表现？</a:t>
            </a:r>
            <a:endParaRPr sz="1800" b="1">
              <a:solidFill>
                <a:srgbClr val="202C43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5886450"/>
            <a:ext cx="10668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315" b="0">
                <a:solidFill>
                  <a:srgbClr val="536078"/>
                </a:solidFill>
              </a:defRPr>
            </a:defPPr>
            <a:lvl1pPr>
              <a:buNone/>
              <a:defRPr sz="1315" b="0">
                <a:solidFill>
                  <a:srgbClr val="536078"/>
                </a:solidFill>
              </a:defRPr>
            </a:lvl1pPr>
            <a:lvl2pPr>
              <a:buNone/>
              <a:defRPr sz="1315" b="0">
                <a:solidFill>
                  <a:srgbClr val="536078"/>
                </a:solidFill>
              </a:defRPr>
            </a:lvl2pPr>
            <a:lvl3pPr>
              <a:buNone/>
              <a:defRPr sz="1315" b="0">
                <a:solidFill>
                  <a:srgbClr val="536078"/>
                </a:solidFill>
              </a:defRPr>
            </a:lvl3pPr>
            <a:lvl4pPr>
              <a:buNone/>
              <a:defRPr sz="1315" b="0">
                <a:solidFill>
                  <a:srgbClr val="536078"/>
                </a:solidFill>
              </a:defRPr>
            </a:lvl4pPr>
            <a:lvl5pPr>
              <a:buNone/>
              <a:defRPr sz="1315" b="0">
                <a:solidFill>
                  <a:srgbClr val="536078"/>
                </a:solidFill>
              </a:defRPr>
            </a:lvl5pPr>
            <a:lvl6pPr>
              <a:buNone/>
              <a:defRPr sz="1315" b="0">
                <a:solidFill>
                  <a:srgbClr val="536078"/>
                </a:solidFill>
              </a:defRPr>
            </a:lvl6pPr>
            <a:lvl7pPr>
              <a:buNone/>
              <a:defRPr sz="1315" b="0">
                <a:solidFill>
                  <a:srgbClr val="536078"/>
                </a:solidFill>
              </a:defRPr>
            </a:lvl7pPr>
            <a:lvl8pPr>
              <a:buNone/>
              <a:defRPr sz="1315" b="0">
                <a:solidFill>
                  <a:srgbClr val="536078"/>
                </a:solidFill>
              </a:defRPr>
            </a:lvl8pPr>
            <a:lvl9pPr>
              <a:buNone/>
              <a:defRPr sz="1315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315" b="0">
                <a:solidFill>
                  <a:srgbClr val="536078"/>
                </a:solidFill>
              </a:defRPr>
            </a:pPr>
            <a:r>
              <a:rPr sz="1315" b="0">
                <a:solidFill>
                  <a:srgbClr val="536078"/>
                </a:solidFill>
              </a:rPr>
              <a:t>Kang et al. (2023); Meltzoff &amp; Cooper (2018); Gerlich (2025); Bastani et al. (2025).</a:t>
            </a:r>
            <a:endParaRPr sz="1315" b="0">
              <a:solidFill>
                <a:srgbClr val="53607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选题背景与意义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buNone/>
              <a:defRPr sz="2475" b="1">
                <a:solidFill>
                  <a:srgbClr val="344778"/>
                </a:solidFill>
              </a:defRPr>
            </a:lvl1pPr>
            <a:lvl2pPr>
              <a:buNone/>
              <a:defRPr sz="2475" b="1">
                <a:solidFill>
                  <a:srgbClr val="344778"/>
                </a:solidFill>
              </a:defRPr>
            </a:lvl2pPr>
            <a:lvl3pPr>
              <a:buNone/>
              <a:defRPr sz="2475" b="1">
                <a:solidFill>
                  <a:srgbClr val="344778"/>
                </a:solidFill>
              </a:defRPr>
            </a:lvl3pPr>
            <a:lvl4pPr>
              <a:buNone/>
              <a:defRPr sz="2475" b="1">
                <a:solidFill>
                  <a:srgbClr val="344778"/>
                </a:solidFill>
              </a:defRPr>
            </a:lvl4pPr>
            <a:lvl5pPr>
              <a:buNone/>
              <a:defRPr sz="2475" b="1">
                <a:solidFill>
                  <a:srgbClr val="344778"/>
                </a:solidFill>
              </a:defRPr>
            </a:lvl5pPr>
            <a:lvl6pPr>
              <a:buNone/>
              <a:defRPr sz="2475" b="1">
                <a:solidFill>
                  <a:srgbClr val="344778"/>
                </a:solidFill>
              </a:defRPr>
            </a:lvl6pPr>
            <a:lvl7pPr>
              <a:buNone/>
              <a:defRPr sz="2475" b="1">
                <a:solidFill>
                  <a:srgbClr val="344778"/>
                </a:solidFill>
              </a:defRPr>
            </a:lvl7pPr>
            <a:lvl8pPr>
              <a:buNone/>
              <a:defRPr sz="2475" b="1">
                <a:solidFill>
                  <a:srgbClr val="344778"/>
                </a:solidFill>
              </a:defRPr>
            </a:lvl8pPr>
            <a:lvl9pPr>
              <a:buNone/>
              <a:defRPr sz="24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已有研究如何支持本研究，又留下什么问题</a:t>
            </a:r>
            <a:endParaRPr sz="2475" b="1">
              <a:solidFill>
                <a:srgbClr val="344778"/>
              </a:solidFill>
            </a:endParaRPr>
          </a:p>
        </p:txBody>
      </p:sp>
      <p:graphicFrame>
        <p:nvGraphicFramePr>
          <p:cNvPr id="23" name="表格 22"/>
          <p:cNvGraphicFramePr/>
          <p:nvPr/>
        </p:nvGraphicFramePr>
        <p:xfrm>
          <a:off x="723900" y="2095500"/>
          <a:ext cx="10744200" cy="3143252"/>
        </p:xfrm>
        <a:graphic>
          <a:graphicData uri="http://schemas.openxmlformats.org/drawingml/2006/table">
            <a:tbl>
              <a:tblPr/>
              <a:tblGrid>
                <a:gridCol w="2571750"/>
                <a:gridCol w="4143375"/>
                <a:gridCol w="4029075"/>
              </a:tblGrid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相关研究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已有设计与证据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本研究进一步考察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论文批判性阅读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CriTrainer、Fang等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CriTrainer训练引言概括与批判性提问。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Fang等在论文中支持章节问题、反馈和讨论。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考察完整研究的方法与结论，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评价有效缺陷识别及解释质量。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苏格拉底式Agent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Xi等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在研究方法课程中持续追问，考察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研究方案质量、知识与反思性思维。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两个AI组使用相同模型与信息条件，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比较教学互动策略的效果。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苏格拉底式对话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Namaziandost与Teng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比较苏格拉底Agent、通用AI与无AI，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考察语言学习中的思维与论证表现。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用独立书面任务评价论文阅读表现，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补充自我报告之外的表现性证据。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矩形 23"/>
          <p:cNvSpPr>
            <a:spLocks noGrp="1"/>
          </p:cNvSpPr>
          <p:nvPr/>
        </p:nvSpPr>
        <p:spPr>
          <a:xfrm>
            <a:off x="762000" y="5381625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研究重点：同等AI能力下，持续追问能否带来更好的独立评价表现？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42950" y="5886450"/>
            <a:ext cx="10668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315" b="0">
                <a:solidFill>
                  <a:srgbClr val="536078"/>
                </a:solidFill>
              </a:defRPr>
            </a:defPPr>
            <a:lvl1pPr>
              <a:buNone/>
              <a:defRPr sz="1315" b="0">
                <a:solidFill>
                  <a:srgbClr val="536078"/>
                </a:solidFill>
              </a:defRPr>
            </a:lvl1pPr>
            <a:lvl2pPr>
              <a:buNone/>
              <a:defRPr sz="1315" b="0">
                <a:solidFill>
                  <a:srgbClr val="536078"/>
                </a:solidFill>
              </a:defRPr>
            </a:lvl2pPr>
            <a:lvl3pPr>
              <a:buNone/>
              <a:defRPr sz="1315" b="0">
                <a:solidFill>
                  <a:srgbClr val="536078"/>
                </a:solidFill>
              </a:defRPr>
            </a:lvl3pPr>
            <a:lvl4pPr>
              <a:buNone/>
              <a:defRPr sz="1315" b="0">
                <a:solidFill>
                  <a:srgbClr val="536078"/>
                </a:solidFill>
              </a:defRPr>
            </a:lvl4pPr>
            <a:lvl5pPr>
              <a:buNone/>
              <a:defRPr sz="1315" b="0">
                <a:solidFill>
                  <a:srgbClr val="536078"/>
                </a:solidFill>
              </a:defRPr>
            </a:lvl5pPr>
            <a:lvl6pPr>
              <a:buNone/>
              <a:defRPr sz="1315" b="0">
                <a:solidFill>
                  <a:srgbClr val="536078"/>
                </a:solidFill>
              </a:defRPr>
            </a:lvl6pPr>
            <a:lvl7pPr>
              <a:buNone/>
              <a:defRPr sz="1315" b="0">
                <a:solidFill>
                  <a:srgbClr val="536078"/>
                </a:solidFill>
              </a:defRPr>
            </a:lvl7pPr>
            <a:lvl8pPr>
              <a:buNone/>
              <a:defRPr sz="1315" b="0">
                <a:solidFill>
                  <a:srgbClr val="536078"/>
                </a:solidFill>
              </a:defRPr>
            </a:lvl8pPr>
            <a:lvl9pPr>
              <a:buNone/>
              <a:defRPr sz="1315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315" b="0">
                <a:solidFill>
                  <a:srgbClr val="536078"/>
                </a:solidFill>
              </a:defRPr>
            </a:pPr>
            <a:r>
              <a:rPr sz="1315" b="0">
                <a:solidFill>
                  <a:srgbClr val="536078"/>
                </a:solidFill>
              </a:rPr>
              <a:t>Yuan et al. (2023); Fang et al. (2026); Xi et al. (2026); Namaziandost &amp; Teng (2026).</a:t>
            </a:r>
            <a:endParaRPr sz="1315" b="0">
              <a:solidFill>
                <a:srgbClr val="53607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选题背景与意义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buNone/>
              <a:defRPr sz="2475" b="1">
                <a:solidFill>
                  <a:srgbClr val="344778"/>
                </a:solidFill>
              </a:defRPr>
            </a:lvl1pPr>
            <a:lvl2pPr>
              <a:buNone/>
              <a:defRPr sz="2475" b="1">
                <a:solidFill>
                  <a:srgbClr val="344778"/>
                </a:solidFill>
              </a:defRPr>
            </a:lvl2pPr>
            <a:lvl3pPr>
              <a:buNone/>
              <a:defRPr sz="2475" b="1">
                <a:solidFill>
                  <a:srgbClr val="344778"/>
                </a:solidFill>
              </a:defRPr>
            </a:lvl3pPr>
            <a:lvl4pPr>
              <a:buNone/>
              <a:defRPr sz="2475" b="1">
                <a:solidFill>
                  <a:srgbClr val="344778"/>
                </a:solidFill>
              </a:defRPr>
            </a:lvl4pPr>
            <a:lvl5pPr>
              <a:buNone/>
              <a:defRPr sz="2475" b="1">
                <a:solidFill>
                  <a:srgbClr val="344778"/>
                </a:solidFill>
              </a:defRPr>
            </a:lvl5pPr>
            <a:lvl6pPr>
              <a:buNone/>
              <a:defRPr sz="2475" b="1">
                <a:solidFill>
                  <a:srgbClr val="344778"/>
                </a:solidFill>
              </a:defRPr>
            </a:lvl6pPr>
            <a:lvl7pPr>
              <a:buNone/>
              <a:defRPr sz="2475" b="1">
                <a:solidFill>
                  <a:srgbClr val="344778"/>
                </a:solidFill>
              </a:defRPr>
            </a:lvl7pPr>
            <a:lvl8pPr>
              <a:buNone/>
              <a:defRPr sz="2475" b="1">
                <a:solidFill>
                  <a:srgbClr val="344778"/>
                </a:solidFill>
              </a:defRPr>
            </a:lvl8pPr>
            <a:lvl9pPr>
              <a:buNone/>
              <a:defRPr sz="24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理论依据：为什么追问能够支持学生自主解释</a:t>
            </a:r>
            <a:endParaRPr sz="2475" b="1">
              <a:solidFill>
                <a:srgbClr val="344778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2000" y="214312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生成性学习</a:t>
            </a:r>
            <a:endParaRPr sz="2025" b="1">
              <a:solidFill>
                <a:srgbClr val="344778"/>
              </a:solidFill>
            </a:endParaRPr>
          </a:p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与自我解释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76625" y="2143125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生成性学习强调主动组织信息，并与已有知识建立联系。自我解释要求学生自己补出推理。Agent据此追问“为什么”，让学生连接研究做法、方法学原则与结论。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2000" y="3333750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最近发展区</a:t>
            </a:r>
            <a:endParaRPr sz="2025" b="1">
              <a:solidFill>
                <a:srgbClr val="344778"/>
              </a:solidFill>
            </a:endParaRPr>
          </a:p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与自适应支架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476625" y="3333750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帮助应匹配学生当前能够完成的水平。无法推进时，逐步提供方向、原文线索或必要讲解；学生能够自行推理时减少提示，把关键判断交由学生完成。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2000" y="452437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Toulmin论证模型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476625" y="4524375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用主张、证据、理由及限定条件检查论证是否完整。Agent据此判断需要追问哪种联系，例如证据是否支持主张、是否存在替代解释、结论应限定到什么程度。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5886450"/>
            <a:ext cx="10668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315" b="0">
                <a:solidFill>
                  <a:srgbClr val="536078"/>
                </a:solidFill>
              </a:defRPr>
            </a:defPPr>
            <a:lvl1pPr>
              <a:buNone/>
              <a:defRPr sz="1315" b="0">
                <a:solidFill>
                  <a:srgbClr val="536078"/>
                </a:solidFill>
              </a:defRPr>
            </a:lvl1pPr>
            <a:lvl2pPr>
              <a:buNone/>
              <a:defRPr sz="1315" b="0">
                <a:solidFill>
                  <a:srgbClr val="536078"/>
                </a:solidFill>
              </a:defRPr>
            </a:lvl2pPr>
            <a:lvl3pPr>
              <a:buNone/>
              <a:defRPr sz="1315" b="0">
                <a:solidFill>
                  <a:srgbClr val="536078"/>
                </a:solidFill>
              </a:defRPr>
            </a:lvl3pPr>
            <a:lvl4pPr>
              <a:buNone/>
              <a:defRPr sz="1315" b="0">
                <a:solidFill>
                  <a:srgbClr val="536078"/>
                </a:solidFill>
              </a:defRPr>
            </a:lvl4pPr>
            <a:lvl5pPr>
              <a:buNone/>
              <a:defRPr sz="1315" b="0">
                <a:solidFill>
                  <a:srgbClr val="536078"/>
                </a:solidFill>
              </a:defRPr>
            </a:lvl5pPr>
            <a:lvl6pPr>
              <a:buNone/>
              <a:defRPr sz="1315" b="0">
                <a:solidFill>
                  <a:srgbClr val="536078"/>
                </a:solidFill>
              </a:defRPr>
            </a:lvl6pPr>
            <a:lvl7pPr>
              <a:buNone/>
              <a:defRPr sz="1315" b="0">
                <a:solidFill>
                  <a:srgbClr val="536078"/>
                </a:solidFill>
              </a:defRPr>
            </a:lvl7pPr>
            <a:lvl8pPr>
              <a:buNone/>
              <a:defRPr sz="1315" b="0">
                <a:solidFill>
                  <a:srgbClr val="536078"/>
                </a:solidFill>
              </a:defRPr>
            </a:lvl8pPr>
            <a:lvl9pPr>
              <a:buNone/>
              <a:defRPr sz="1315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315" b="0">
                <a:solidFill>
                  <a:srgbClr val="536078"/>
                </a:solidFill>
              </a:defRPr>
            </a:pPr>
            <a:r>
              <a:rPr sz="1315" b="0">
                <a:solidFill>
                  <a:srgbClr val="536078"/>
                </a:solidFill>
              </a:rPr>
              <a:t>Fiorella &amp; Mayer (2016); Chi (2000); Vygotsky (1978); Toulmin (2003).</a:t>
            </a:r>
            <a:endParaRPr sz="1315" b="0">
              <a:solidFill>
                <a:srgbClr val="53607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觅知网-不倒翁ID:189359941"/>
          <p:cNvSpPr>
            <a:spLocks noGrp="1"/>
          </p:cNvSpPr>
          <p:nvPr/>
        </p:nvSpPr>
        <p:spPr>
          <a:xfrm>
            <a:off x="5227157" y="1844355"/>
            <a:ext cx="1728192" cy="5232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10" name="觅知网-不倒翁ID:189359941"/>
          <p:cNvSpPr>
            <a:spLocks noGrp="1"/>
          </p:cNvSpPr>
          <p:nvPr/>
        </p:nvSpPr>
        <p:spPr>
          <a:xfrm flipV="1">
            <a:off x="6036643" y="2356198"/>
            <a:ext cx="109220" cy="9415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11" name="觅知网-不倒翁ID:189359941"/>
          <p:cNvSpPr>
            <a:spLocks noGrp="1"/>
          </p:cNvSpPr>
          <p:nvPr/>
        </p:nvSpPr>
        <p:spPr>
          <a:xfrm>
            <a:off x="2804163" y="2659881"/>
            <a:ext cx="6583680" cy="11988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7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研究内容与目的</a:t>
            </a:r>
            <a:endParaRPr sz="7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觅知网-不倒翁ID:189359941"/>
          <p:cNvSpPr>
            <a:spLocks noGrp="1"/>
          </p:cNvSpPr>
          <p:nvPr/>
        </p:nvSpPr>
        <p:spPr>
          <a:xfrm>
            <a:off x="5390213" y="1880056"/>
            <a:ext cx="14020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2400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第二部分</a:t>
            </a:r>
            <a:endParaRPr sz="2400">
              <a:solidFill>
                <a:schemeClr val="bg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2964214" y="3911559"/>
            <a:ext cx="625407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觅知网-不倒翁ID:189359941"/>
          <p:cNvSpPr>
            <a:spLocks noGrp="1"/>
          </p:cNvSpPr>
          <p:nvPr/>
        </p:nvSpPr>
        <p:spPr>
          <a:xfrm>
            <a:off x="323" y="5511138"/>
            <a:ext cx="12191677" cy="1346862"/>
          </a:xfrm>
          <a:custGeom>
            <a:avLst/>
            <a:gdLst>
              <a:gd name="connsiteX0" fmla="*/ 12191677 w 12191677"/>
              <a:gd name="connsiteY0" fmla="*/ 0 h 1346862"/>
              <a:gd name="connsiteX1" fmla="*/ 12191677 w 12191677"/>
              <a:gd name="connsiteY1" fmla="*/ 1346862 h 1346862"/>
              <a:gd name="connsiteX2" fmla="*/ 0 w 12191677"/>
              <a:gd name="connsiteY2" fmla="*/ 1346862 h 1346862"/>
              <a:gd name="connsiteX3" fmla="*/ 0 w 12191677"/>
              <a:gd name="connsiteY3" fmla="*/ 42381 h 1346862"/>
              <a:gd name="connsiteX4" fmla="*/ 11935898 w 12191677"/>
              <a:gd name="connsiteY4" fmla="*/ 70915 h 1346862"/>
            </a:gdLst>
            <a:ahLst/>
            <a:cxnLst/>
            <a:rect l="l" t="t" r="r" b="b"/>
            <a:pathLst>
              <a:path w="12191677" h="1346862">
                <a:moveTo>
                  <a:pt x="12191677" y="0"/>
                </a:moveTo>
                <a:lnTo>
                  <a:pt x="12191677" y="1346862"/>
                </a:lnTo>
                <a:lnTo>
                  <a:pt x="0" y="1346862"/>
                </a:lnTo>
                <a:lnTo>
                  <a:pt x="0" y="42381"/>
                </a:lnTo>
                <a:cubicBezTo>
                  <a:pt x="3090122" y="758737"/>
                  <a:pt x="8949245" y="844902"/>
                  <a:pt x="11935898" y="70915"/>
                </a:cubicBezTo>
                <a:close/>
              </a:path>
            </a:pathLst>
          </a:custGeom>
          <a:solidFill>
            <a:srgbClr val="344778"/>
          </a:solidFill>
          <a:ln w="25400" cap="flat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86677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705" b="0" i="0" u="none" strike="noStrike" kern="0" cap="none" spc="0" baseline="0">
              <a:ln>
                <a:noFill/>
              </a:ln>
              <a:solidFill>
                <a:sysClr val="window" lastClr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研究内容与目的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buNone/>
              <a:defRPr sz="2475" b="1">
                <a:solidFill>
                  <a:srgbClr val="344778"/>
                </a:solidFill>
              </a:defRPr>
            </a:lvl1pPr>
            <a:lvl2pPr>
              <a:buNone/>
              <a:defRPr sz="2475" b="1">
                <a:solidFill>
                  <a:srgbClr val="344778"/>
                </a:solidFill>
              </a:defRPr>
            </a:lvl2pPr>
            <a:lvl3pPr>
              <a:buNone/>
              <a:defRPr sz="2475" b="1">
                <a:solidFill>
                  <a:srgbClr val="344778"/>
                </a:solidFill>
              </a:defRPr>
            </a:lvl3pPr>
            <a:lvl4pPr>
              <a:buNone/>
              <a:defRPr sz="2475" b="1">
                <a:solidFill>
                  <a:srgbClr val="344778"/>
                </a:solidFill>
              </a:defRPr>
            </a:lvl4pPr>
            <a:lvl5pPr>
              <a:buNone/>
              <a:defRPr sz="2475" b="1">
                <a:solidFill>
                  <a:srgbClr val="344778"/>
                </a:solidFill>
              </a:defRPr>
            </a:lvl5pPr>
            <a:lvl6pPr>
              <a:buNone/>
              <a:defRPr sz="2475" b="1">
                <a:solidFill>
                  <a:srgbClr val="344778"/>
                </a:solidFill>
              </a:defRPr>
            </a:lvl6pPr>
            <a:lvl7pPr>
              <a:buNone/>
              <a:defRPr sz="2475" b="1">
                <a:solidFill>
                  <a:srgbClr val="344778"/>
                </a:solidFill>
              </a:defRPr>
            </a:lvl7pPr>
            <a:lvl8pPr>
              <a:buNone/>
              <a:defRPr sz="2475" b="1">
                <a:solidFill>
                  <a:srgbClr val="344778"/>
                </a:solidFill>
              </a:defRPr>
            </a:lvl8pPr>
            <a:lvl9pPr>
              <a:buNone/>
              <a:defRPr sz="24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研究目的与预期贡献</a:t>
            </a:r>
            <a:endParaRPr sz="2475" b="1">
              <a:solidFill>
                <a:srgbClr val="344778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2000" y="214312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研究什么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76625" y="2143125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面向科研新手开发苏格拉底式追问Agent，引导检验证据、解释理由并修正判断。通过三组实验，考察这种支持能否改善撤去AI后的有效缺陷识别与解释质量。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2000" y="3333750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为什么研究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476625" y="3333750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AI可以代为总结和分析论文，但完成任务不等于获得独立学习收获。已有追问研究涉及不同任务，需要进一步检验其在科研论文评价中的训练效果，明确怎样的支持有助于新手自主判断。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2000" y="452437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预期贡献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476625" y="4524375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将自我解释与支架原则转化为论文阅读的追问规则，形成可运行的Agent。建立基于专家评析的评价任务与评分手册，提供不同辅助方式影响独立评价表现的实验证据，为阅读工具设计提供依据。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5886450"/>
            <a:ext cx="10668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315" b="0">
                <a:solidFill>
                  <a:srgbClr val="536078"/>
                </a:solidFill>
              </a:defRPr>
            </a:defPPr>
            <a:lvl1pPr>
              <a:buNone/>
              <a:defRPr sz="1315" b="0">
                <a:solidFill>
                  <a:srgbClr val="536078"/>
                </a:solidFill>
              </a:defRPr>
            </a:lvl1pPr>
            <a:lvl2pPr>
              <a:buNone/>
              <a:defRPr sz="1315" b="0">
                <a:solidFill>
                  <a:srgbClr val="536078"/>
                </a:solidFill>
              </a:defRPr>
            </a:lvl2pPr>
            <a:lvl3pPr>
              <a:buNone/>
              <a:defRPr sz="1315" b="0">
                <a:solidFill>
                  <a:srgbClr val="536078"/>
                </a:solidFill>
              </a:defRPr>
            </a:lvl3pPr>
            <a:lvl4pPr>
              <a:buNone/>
              <a:defRPr sz="1315" b="0">
                <a:solidFill>
                  <a:srgbClr val="536078"/>
                </a:solidFill>
              </a:defRPr>
            </a:lvl4pPr>
            <a:lvl5pPr>
              <a:buNone/>
              <a:defRPr sz="1315" b="0">
                <a:solidFill>
                  <a:srgbClr val="536078"/>
                </a:solidFill>
              </a:defRPr>
            </a:lvl5pPr>
            <a:lvl6pPr>
              <a:buNone/>
              <a:defRPr sz="1315" b="0">
                <a:solidFill>
                  <a:srgbClr val="536078"/>
                </a:solidFill>
              </a:defRPr>
            </a:lvl6pPr>
            <a:lvl7pPr>
              <a:buNone/>
              <a:defRPr sz="1315" b="0">
                <a:solidFill>
                  <a:srgbClr val="536078"/>
                </a:solidFill>
              </a:defRPr>
            </a:lvl7pPr>
            <a:lvl8pPr>
              <a:buNone/>
              <a:defRPr sz="1315" b="0">
                <a:solidFill>
                  <a:srgbClr val="536078"/>
                </a:solidFill>
              </a:defRPr>
            </a:lvl8pPr>
            <a:lvl9pPr>
              <a:buNone/>
              <a:defRPr sz="1315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315" b="0">
                <a:solidFill>
                  <a:srgbClr val="536078"/>
                </a:solidFill>
              </a:defRPr>
            </a:pPr>
            <a:r>
              <a:rPr sz="1315" b="0">
                <a:solidFill>
                  <a:srgbClr val="536078"/>
                </a:solidFill>
              </a:rPr>
              <a:t>研究依据：Bastani et al. (2025); Chi (2000); Meltzoff &amp; Cooper (2018); Namaziandost &amp; Teng (2026).</a:t>
            </a:r>
            <a:endParaRPr sz="1315" b="0">
              <a:solidFill>
                <a:srgbClr val="53607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研究内容与目的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666750" y="2000250"/>
            <a:ext cx="10858500" cy="40481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23900" y="1476375"/>
            <a:ext cx="106680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defRPr sz="2475" b="1">
                <a:solidFill>
                  <a:srgbClr val="344778"/>
                </a:solidFill>
              </a:defRPr>
            </a:lvl1pPr>
            <a:lvl2pPr>
              <a:defRPr sz="2475" b="1">
                <a:solidFill>
                  <a:srgbClr val="344778"/>
                </a:solidFill>
              </a:defRPr>
            </a:lvl2pPr>
            <a:lvl3pPr>
              <a:defRPr sz="2475" b="1">
                <a:solidFill>
                  <a:srgbClr val="344778"/>
                </a:solidFill>
              </a:defRPr>
            </a:lvl3pPr>
            <a:lvl4pPr>
              <a:defRPr sz="2475" b="1">
                <a:solidFill>
                  <a:srgbClr val="344778"/>
                </a:solidFill>
              </a:defRPr>
            </a:lvl4pPr>
            <a:lvl5pPr>
              <a:defRPr sz="2475" b="1">
                <a:solidFill>
                  <a:srgbClr val="344778"/>
                </a:solidFill>
              </a:defRPr>
            </a:lvl5pPr>
            <a:lvl6pPr>
              <a:defRPr sz="2475" b="1">
                <a:solidFill>
                  <a:srgbClr val="344778"/>
                </a:solidFill>
              </a:defRPr>
            </a:lvl6pPr>
            <a:lvl7pPr>
              <a:defRPr sz="2475" b="1">
                <a:solidFill>
                  <a:srgbClr val="344778"/>
                </a:solidFill>
              </a:defRPr>
            </a:lvl7pPr>
            <a:lvl8pPr>
              <a:defRPr sz="2475" b="1">
                <a:solidFill>
                  <a:srgbClr val="344778"/>
                </a:solidFill>
              </a:defRPr>
            </a:lvl8pPr>
            <a:lvl9pPr>
              <a:defRPr sz="2475" b="1">
                <a:solidFill>
                  <a:srgbClr val="344778"/>
                </a:solidFill>
              </a:defRPr>
            </a:lvl9pPr>
          </a:lstStyle>
          <a:p>
            <a:pPr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被试：</a:t>
            </a:r>
            <a:r>
              <a:rPr lang="zh-CN" sz="2475" b="1">
                <a:solidFill>
                  <a:srgbClr val="344778"/>
                </a:solidFill>
              </a:rPr>
              <a:t>科研新手</a:t>
            </a:r>
            <a:endParaRPr lang="zh-CN" sz="2475" b="1">
              <a:solidFill>
                <a:srgbClr val="344778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60095" y="2163445"/>
            <a:ext cx="19526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725" b="1">
                <a:solidFill>
                  <a:srgbClr val="344778"/>
                </a:solidFill>
              </a:defRPr>
            </a:defPPr>
            <a:lvl1pPr>
              <a:defRPr sz="1725" b="1">
                <a:solidFill>
                  <a:srgbClr val="344778"/>
                </a:solidFill>
              </a:defRPr>
            </a:lvl1pPr>
            <a:lvl2pPr>
              <a:defRPr sz="1725" b="1">
                <a:solidFill>
                  <a:srgbClr val="344778"/>
                </a:solidFill>
              </a:defRPr>
            </a:lvl2pPr>
            <a:lvl3pPr>
              <a:defRPr sz="1725" b="1">
                <a:solidFill>
                  <a:srgbClr val="344778"/>
                </a:solidFill>
              </a:defRPr>
            </a:lvl3pPr>
            <a:lvl4pPr>
              <a:defRPr sz="1725" b="1">
                <a:solidFill>
                  <a:srgbClr val="344778"/>
                </a:solidFill>
              </a:defRPr>
            </a:lvl4pPr>
            <a:lvl5pPr>
              <a:defRPr sz="1725" b="1">
                <a:solidFill>
                  <a:srgbClr val="344778"/>
                </a:solidFill>
              </a:defRPr>
            </a:lvl5pPr>
            <a:lvl6pPr>
              <a:defRPr sz="1725" b="1">
                <a:solidFill>
                  <a:srgbClr val="344778"/>
                </a:solidFill>
              </a:defRPr>
            </a:lvl6pPr>
            <a:lvl7pPr>
              <a:defRPr sz="1725" b="1">
                <a:solidFill>
                  <a:srgbClr val="344778"/>
                </a:solidFill>
              </a:defRPr>
            </a:lvl7pPr>
            <a:lvl8pPr>
              <a:defRPr sz="1725" b="1">
                <a:solidFill>
                  <a:srgbClr val="344778"/>
                </a:solidFill>
              </a:defRPr>
            </a:lvl8pPr>
            <a:lvl9pPr>
              <a:defRPr sz="1725" b="1">
                <a:solidFill>
                  <a:srgbClr val="344778"/>
                </a:solidFill>
              </a:defRPr>
            </a:lvl9pPr>
          </a:lstStyle>
          <a:p>
            <a:pPr>
              <a:defRPr sz="1725" b="1">
                <a:solidFill>
                  <a:srgbClr val="344778"/>
                </a:solidFill>
              </a:defRPr>
            </a:pPr>
            <a:r>
              <a:rPr sz="1725" b="1">
                <a:solidFill>
                  <a:srgbClr val="344778"/>
                </a:solidFill>
              </a:rPr>
              <a:t>招募对象与渠道</a:t>
            </a:r>
            <a:endParaRPr sz="1725" b="1">
              <a:solidFill>
                <a:srgbClr val="344778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855595" y="2163445"/>
            <a:ext cx="84772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650" b="0">
                <a:solidFill>
                  <a:srgbClr val="243651"/>
                </a:solidFill>
              </a:defRPr>
            </a:defPPr>
            <a:lvl1pPr>
              <a:defRPr sz="1650" b="0">
                <a:solidFill>
                  <a:srgbClr val="243651"/>
                </a:solidFill>
              </a:defRPr>
            </a:lvl1pPr>
            <a:lvl2pPr>
              <a:defRPr sz="1650" b="0">
                <a:solidFill>
                  <a:srgbClr val="243651"/>
                </a:solidFill>
              </a:defRPr>
            </a:lvl2pPr>
            <a:lvl3pPr>
              <a:defRPr sz="1650" b="0">
                <a:solidFill>
                  <a:srgbClr val="243651"/>
                </a:solidFill>
              </a:defRPr>
            </a:lvl3pPr>
            <a:lvl4pPr>
              <a:defRPr sz="1650" b="0">
                <a:solidFill>
                  <a:srgbClr val="243651"/>
                </a:solidFill>
              </a:defRPr>
            </a:lvl4pPr>
            <a:lvl5pPr>
              <a:defRPr sz="1650" b="0">
                <a:solidFill>
                  <a:srgbClr val="243651"/>
                </a:solidFill>
              </a:defRPr>
            </a:lvl5pPr>
            <a:lvl6pPr>
              <a:defRPr sz="1650" b="0">
                <a:solidFill>
                  <a:srgbClr val="243651"/>
                </a:solidFill>
              </a:defRPr>
            </a:lvl6pPr>
            <a:lvl7pPr>
              <a:defRPr sz="1650" b="0">
                <a:solidFill>
                  <a:srgbClr val="243651"/>
                </a:solidFill>
              </a:defRPr>
            </a:lvl7pPr>
            <a:lvl8pPr>
              <a:defRPr sz="1650" b="0">
                <a:solidFill>
                  <a:srgbClr val="243651"/>
                </a:solidFill>
              </a:defRPr>
            </a:lvl8pPr>
            <a:lvl9pPr>
              <a:defRPr sz="1650" b="0">
                <a:solidFill>
                  <a:srgbClr val="243651"/>
                </a:solidFill>
              </a:defRPr>
            </a:lvl9pPr>
          </a:lstStyle>
          <a:p>
            <a:pPr>
              <a:defRPr sz="1650" b="0">
                <a:solidFill>
                  <a:srgbClr val="243651"/>
                </a:solidFill>
              </a:defRPr>
            </a:pPr>
            <a:r>
              <a:rPr sz="1650" b="0">
                <a:solidFill>
                  <a:srgbClr val="243651"/>
                </a:solidFill>
              </a:rPr>
              <a:t>通过院系通知、学生社群和校园渠道，招募心理学或应用心理学专业</a:t>
            </a:r>
            <a:endParaRPr sz="1650" b="0">
              <a:solidFill>
                <a:srgbClr val="243651"/>
              </a:solidFill>
            </a:endParaRPr>
          </a:p>
          <a:p>
            <a:pPr>
              <a:defRPr sz="1650" b="0">
                <a:solidFill>
                  <a:srgbClr val="243651"/>
                </a:solidFill>
              </a:defRPr>
            </a:pPr>
            <a:r>
              <a:rPr sz="1650" b="0">
                <a:solidFill>
                  <a:srgbClr val="243651"/>
                </a:solidFill>
              </a:rPr>
              <a:t>大学二年级及以上本科生、硕士一</a:t>
            </a:r>
            <a:r>
              <a:rPr lang="zh-CN" sz="1650" b="0">
                <a:solidFill>
                  <a:srgbClr val="243651"/>
                </a:solidFill>
                <a:ea typeface="宋体" charset="0"/>
              </a:rPr>
              <a:t>、二</a:t>
            </a:r>
            <a:r>
              <a:rPr sz="1650" b="0">
                <a:solidFill>
                  <a:srgbClr val="243651"/>
                </a:solidFill>
              </a:rPr>
              <a:t>年级学生；年满18周岁，熟练阅读中文。</a:t>
            </a:r>
            <a:endParaRPr sz="1650" b="0">
              <a:solidFill>
                <a:srgbClr val="243651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0095" y="3030220"/>
            <a:ext cx="19526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725" b="1">
                <a:solidFill>
                  <a:srgbClr val="344778"/>
                </a:solidFill>
              </a:defRPr>
            </a:defPPr>
            <a:lvl1pPr>
              <a:defRPr sz="1725" b="1">
                <a:solidFill>
                  <a:srgbClr val="344778"/>
                </a:solidFill>
              </a:defRPr>
            </a:lvl1pPr>
            <a:lvl2pPr>
              <a:defRPr sz="1725" b="1">
                <a:solidFill>
                  <a:srgbClr val="344778"/>
                </a:solidFill>
              </a:defRPr>
            </a:lvl2pPr>
            <a:lvl3pPr>
              <a:defRPr sz="1725" b="1">
                <a:solidFill>
                  <a:srgbClr val="344778"/>
                </a:solidFill>
              </a:defRPr>
            </a:lvl3pPr>
            <a:lvl4pPr>
              <a:defRPr sz="1725" b="1">
                <a:solidFill>
                  <a:srgbClr val="344778"/>
                </a:solidFill>
              </a:defRPr>
            </a:lvl4pPr>
            <a:lvl5pPr>
              <a:defRPr sz="1725" b="1">
                <a:solidFill>
                  <a:srgbClr val="344778"/>
                </a:solidFill>
              </a:defRPr>
            </a:lvl5pPr>
            <a:lvl6pPr>
              <a:defRPr sz="1725" b="1">
                <a:solidFill>
                  <a:srgbClr val="344778"/>
                </a:solidFill>
              </a:defRPr>
            </a:lvl6pPr>
            <a:lvl7pPr>
              <a:defRPr sz="1725" b="1">
                <a:solidFill>
                  <a:srgbClr val="344778"/>
                </a:solidFill>
              </a:defRPr>
            </a:lvl7pPr>
            <a:lvl8pPr>
              <a:defRPr sz="1725" b="1">
                <a:solidFill>
                  <a:srgbClr val="344778"/>
                </a:solidFill>
              </a:defRPr>
            </a:lvl8pPr>
            <a:lvl9pPr>
              <a:defRPr sz="1725" b="1">
                <a:solidFill>
                  <a:srgbClr val="344778"/>
                </a:solidFill>
              </a:defRPr>
            </a:lvl9pPr>
          </a:lstStyle>
          <a:p>
            <a:pPr>
              <a:defRPr sz="1725" b="1">
                <a:solidFill>
                  <a:srgbClr val="344778"/>
                </a:solidFill>
              </a:defRPr>
            </a:pPr>
            <a:r>
              <a:rPr sz="1725" b="1">
                <a:solidFill>
                  <a:srgbClr val="344778"/>
                </a:solidFill>
              </a:rPr>
              <a:t>课程与科研基础</a:t>
            </a:r>
            <a:endParaRPr sz="1725" b="1">
              <a:solidFill>
                <a:srgbClr val="344778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855595" y="3030220"/>
            <a:ext cx="8477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650" b="0">
                <a:solidFill>
                  <a:srgbClr val="243651"/>
                </a:solidFill>
              </a:defRPr>
            </a:defPPr>
            <a:lvl1pPr>
              <a:defRPr sz="1650" b="0">
                <a:solidFill>
                  <a:srgbClr val="243651"/>
                </a:solidFill>
              </a:defRPr>
            </a:lvl1pPr>
            <a:lvl2pPr>
              <a:defRPr sz="1650" b="0">
                <a:solidFill>
                  <a:srgbClr val="243651"/>
                </a:solidFill>
              </a:defRPr>
            </a:lvl2pPr>
            <a:lvl3pPr>
              <a:defRPr sz="1650" b="0">
                <a:solidFill>
                  <a:srgbClr val="243651"/>
                </a:solidFill>
              </a:defRPr>
            </a:lvl3pPr>
            <a:lvl4pPr>
              <a:defRPr sz="1650" b="0">
                <a:solidFill>
                  <a:srgbClr val="243651"/>
                </a:solidFill>
              </a:defRPr>
            </a:lvl4pPr>
            <a:lvl5pPr>
              <a:defRPr sz="1650" b="0">
                <a:solidFill>
                  <a:srgbClr val="243651"/>
                </a:solidFill>
              </a:defRPr>
            </a:lvl5pPr>
            <a:lvl6pPr>
              <a:defRPr sz="1650" b="0">
                <a:solidFill>
                  <a:srgbClr val="243651"/>
                </a:solidFill>
              </a:defRPr>
            </a:lvl6pPr>
            <a:lvl7pPr>
              <a:defRPr sz="1650" b="0">
                <a:solidFill>
                  <a:srgbClr val="243651"/>
                </a:solidFill>
              </a:defRPr>
            </a:lvl7pPr>
            <a:lvl8pPr>
              <a:defRPr sz="1650" b="0">
                <a:solidFill>
                  <a:srgbClr val="243651"/>
                </a:solidFill>
              </a:defRPr>
            </a:lvl8pPr>
            <a:lvl9pPr>
              <a:defRPr sz="1650" b="0">
                <a:solidFill>
                  <a:srgbClr val="243651"/>
                </a:solidFill>
              </a:defRPr>
            </a:lvl9pPr>
          </a:lstStyle>
          <a:p>
            <a:pPr>
              <a:defRPr sz="1650" b="0">
                <a:solidFill>
                  <a:srgbClr val="243651"/>
                </a:solidFill>
              </a:defRPr>
            </a:pPr>
            <a:r>
              <a:rPr sz="1650" b="0">
                <a:solidFill>
                  <a:srgbClr val="243651"/>
                </a:solidFill>
              </a:rPr>
              <a:t>已通过心理统计、实验心理学或研究方法、心理测量等相关或相当课程。</a:t>
            </a:r>
            <a:endParaRPr sz="1650" b="0">
              <a:solidFill>
                <a:srgbClr val="243651"/>
              </a:solidFill>
            </a:endParaRPr>
          </a:p>
          <a:p>
            <a:pPr>
              <a:defRPr sz="1650" b="0">
                <a:solidFill>
                  <a:srgbClr val="243651"/>
                </a:solidFill>
              </a:defRPr>
            </a:pPr>
            <a:r>
              <a:rPr sz="1650" b="0">
                <a:solidFill>
                  <a:srgbClr val="243651"/>
                </a:solidFill>
              </a:rPr>
              <a:t>除课程练习外，尚未实质承担研究设计、数据分析或研究报告撰写等核心工作；</a:t>
            </a:r>
            <a:endParaRPr sz="1650" b="0">
              <a:solidFill>
                <a:srgbClr val="243651"/>
              </a:solidFill>
            </a:endParaRPr>
          </a:p>
          <a:p>
            <a:pPr>
              <a:defRPr sz="1650" b="0">
                <a:solidFill>
                  <a:srgbClr val="243651"/>
                </a:solidFill>
              </a:defRPr>
            </a:pPr>
            <a:r>
              <a:rPr sz="1650" b="0">
                <a:solidFill>
                  <a:srgbClr val="243651"/>
                </a:solidFill>
              </a:rPr>
              <a:t>仅有招募、录入等辅助经历者可以纳入，并记录其经历。</a:t>
            </a:r>
            <a:endParaRPr sz="1650" b="0">
              <a:solidFill>
                <a:srgbClr val="243651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60095" y="4163695"/>
            <a:ext cx="19526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725" b="1">
                <a:solidFill>
                  <a:srgbClr val="344778"/>
                </a:solidFill>
              </a:defRPr>
            </a:defPPr>
            <a:lvl1pPr>
              <a:defRPr sz="1725" b="1">
                <a:solidFill>
                  <a:srgbClr val="344778"/>
                </a:solidFill>
              </a:defRPr>
            </a:lvl1pPr>
            <a:lvl2pPr>
              <a:defRPr sz="1725" b="1">
                <a:solidFill>
                  <a:srgbClr val="344778"/>
                </a:solidFill>
              </a:defRPr>
            </a:lvl2pPr>
            <a:lvl3pPr>
              <a:defRPr sz="1725" b="1">
                <a:solidFill>
                  <a:srgbClr val="344778"/>
                </a:solidFill>
              </a:defRPr>
            </a:lvl3pPr>
            <a:lvl4pPr>
              <a:defRPr sz="1725" b="1">
                <a:solidFill>
                  <a:srgbClr val="344778"/>
                </a:solidFill>
              </a:defRPr>
            </a:lvl4pPr>
            <a:lvl5pPr>
              <a:defRPr sz="1725" b="1">
                <a:solidFill>
                  <a:srgbClr val="344778"/>
                </a:solidFill>
              </a:defRPr>
            </a:lvl5pPr>
            <a:lvl6pPr>
              <a:defRPr sz="1725" b="1">
                <a:solidFill>
                  <a:srgbClr val="344778"/>
                </a:solidFill>
              </a:defRPr>
            </a:lvl6pPr>
            <a:lvl7pPr>
              <a:defRPr sz="1725" b="1">
                <a:solidFill>
                  <a:srgbClr val="344778"/>
                </a:solidFill>
              </a:defRPr>
            </a:lvl7pPr>
            <a:lvl8pPr>
              <a:defRPr sz="1725" b="1">
                <a:solidFill>
                  <a:srgbClr val="344778"/>
                </a:solidFill>
              </a:defRPr>
            </a:lvl8pPr>
            <a:lvl9pPr>
              <a:defRPr sz="1725" b="1">
                <a:solidFill>
                  <a:srgbClr val="344778"/>
                </a:solidFill>
              </a:defRPr>
            </a:lvl9pPr>
          </a:lstStyle>
          <a:p>
            <a:pPr>
              <a:defRPr sz="1725" b="1">
                <a:solidFill>
                  <a:srgbClr val="344778"/>
                </a:solidFill>
              </a:defRPr>
            </a:pPr>
            <a:r>
              <a:rPr sz="1725" b="1">
                <a:solidFill>
                  <a:srgbClr val="344778"/>
                </a:solidFill>
              </a:rPr>
              <a:t>筛选与排除</a:t>
            </a:r>
            <a:endParaRPr sz="1725" b="1">
              <a:solidFill>
                <a:srgbClr val="344778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855595" y="4163695"/>
            <a:ext cx="84772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650" b="0">
                <a:solidFill>
                  <a:srgbClr val="243651"/>
                </a:solidFill>
              </a:defRPr>
            </a:defPPr>
            <a:lvl1pPr>
              <a:defRPr sz="1650" b="0">
                <a:solidFill>
                  <a:srgbClr val="243651"/>
                </a:solidFill>
              </a:defRPr>
            </a:lvl1pPr>
            <a:lvl2pPr>
              <a:defRPr sz="1650" b="0">
                <a:solidFill>
                  <a:srgbClr val="243651"/>
                </a:solidFill>
              </a:defRPr>
            </a:lvl2pPr>
            <a:lvl3pPr>
              <a:defRPr sz="1650" b="0">
                <a:solidFill>
                  <a:srgbClr val="243651"/>
                </a:solidFill>
              </a:defRPr>
            </a:lvl3pPr>
            <a:lvl4pPr>
              <a:defRPr sz="1650" b="0">
                <a:solidFill>
                  <a:srgbClr val="243651"/>
                </a:solidFill>
              </a:defRPr>
            </a:lvl4pPr>
            <a:lvl5pPr>
              <a:defRPr sz="1650" b="0">
                <a:solidFill>
                  <a:srgbClr val="243651"/>
                </a:solidFill>
              </a:defRPr>
            </a:lvl5pPr>
            <a:lvl6pPr>
              <a:defRPr sz="1650" b="0">
                <a:solidFill>
                  <a:srgbClr val="243651"/>
                </a:solidFill>
              </a:defRPr>
            </a:lvl6pPr>
            <a:lvl7pPr>
              <a:defRPr sz="1650" b="0">
                <a:solidFill>
                  <a:srgbClr val="243651"/>
                </a:solidFill>
              </a:defRPr>
            </a:lvl7pPr>
            <a:lvl8pPr>
              <a:defRPr sz="1650" b="0">
                <a:solidFill>
                  <a:srgbClr val="243651"/>
                </a:solidFill>
              </a:defRPr>
            </a:lvl8pPr>
            <a:lvl9pPr>
              <a:defRPr sz="1650" b="0">
                <a:solidFill>
                  <a:srgbClr val="243651"/>
                </a:solidFill>
              </a:defRPr>
            </a:lvl9pPr>
          </a:lstStyle>
          <a:p>
            <a:pPr>
              <a:defRPr sz="1650" b="0">
                <a:solidFill>
                  <a:srgbClr val="243651"/>
                </a:solidFill>
              </a:defRPr>
            </a:pPr>
            <a:r>
              <a:rPr sz="1650" b="0">
                <a:solidFill>
                  <a:srgbClr val="243651"/>
                </a:solidFill>
              </a:rPr>
              <a:t>预约前核对课程、科研经历和材料接触情况。排除已读过实验</a:t>
            </a:r>
            <a:r>
              <a:rPr lang="zh-CN" sz="1650" b="0">
                <a:solidFill>
                  <a:srgbClr val="243651"/>
                </a:solidFill>
              </a:rPr>
              <a:t>材料中的</a:t>
            </a:r>
            <a:r>
              <a:rPr sz="1650" b="0">
                <a:solidFill>
                  <a:srgbClr val="243651"/>
                </a:solidFill>
              </a:rPr>
              <a:t>论文或配套评析、</a:t>
            </a:r>
            <a:endParaRPr sz="1650" b="0">
              <a:solidFill>
                <a:srgbClr val="243651"/>
              </a:solidFill>
            </a:endParaRPr>
          </a:p>
          <a:p>
            <a:pPr>
              <a:defRPr sz="1650" b="0">
                <a:solidFill>
                  <a:srgbClr val="243651"/>
                </a:solidFill>
              </a:defRPr>
            </a:pPr>
            <a:r>
              <a:rPr lang="zh-CN" sz="1650" b="0">
                <a:solidFill>
                  <a:srgbClr val="243651"/>
                </a:solidFill>
              </a:rPr>
              <a:t>或</a:t>
            </a:r>
            <a:r>
              <a:rPr sz="1650" b="0">
                <a:solidFill>
                  <a:srgbClr val="243651"/>
                </a:solidFill>
              </a:rPr>
              <a:t>参加过本研究预实验者；记录实际完成情况，按预定标准纳入有效数据。</a:t>
            </a:r>
            <a:endParaRPr sz="1650" b="0">
              <a:solidFill>
                <a:srgbClr val="24365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研究内容与目的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475" b="1">
                <a:solidFill>
                  <a:srgbClr val="344778"/>
                </a:solidFill>
              </a:defRPr>
            </a:defPPr>
            <a:lvl1pPr algn="l">
              <a:defRPr sz="2475" b="1">
                <a:solidFill>
                  <a:srgbClr val="344778"/>
                </a:solidFill>
              </a:defRPr>
            </a:lvl1pPr>
            <a:lvl2pPr algn="l">
              <a:defRPr sz="2475" b="1">
                <a:solidFill>
                  <a:srgbClr val="344778"/>
                </a:solidFill>
              </a:defRPr>
            </a:lvl2pPr>
            <a:lvl3pPr algn="l">
              <a:defRPr sz="2475" b="1">
                <a:solidFill>
                  <a:srgbClr val="344778"/>
                </a:solidFill>
              </a:defRPr>
            </a:lvl3pPr>
            <a:lvl4pPr algn="l">
              <a:defRPr sz="2475" b="1">
                <a:solidFill>
                  <a:srgbClr val="344778"/>
                </a:solidFill>
              </a:defRPr>
            </a:lvl4pPr>
            <a:lvl5pPr algn="l">
              <a:defRPr sz="2475" b="1">
                <a:solidFill>
                  <a:srgbClr val="344778"/>
                </a:solidFill>
              </a:defRPr>
            </a:lvl5pPr>
            <a:lvl6pPr algn="l">
              <a:defRPr sz="2475" b="1">
                <a:solidFill>
                  <a:srgbClr val="344778"/>
                </a:solidFill>
              </a:defRPr>
            </a:lvl6pPr>
            <a:lvl7pPr algn="l">
              <a:defRPr sz="2475" b="1">
                <a:solidFill>
                  <a:srgbClr val="344778"/>
                </a:solidFill>
              </a:defRPr>
            </a:lvl7pPr>
            <a:lvl8pPr algn="l">
              <a:defRPr sz="2475" b="1">
                <a:solidFill>
                  <a:srgbClr val="344778"/>
                </a:solidFill>
              </a:defRPr>
            </a:lvl8pPr>
            <a:lvl9pPr algn="l">
              <a:defRPr sz="2475" b="1">
                <a:solidFill>
                  <a:srgbClr val="344778"/>
                </a:solidFill>
              </a:defRPr>
            </a:lvl9pPr>
          </a:lstStyle>
          <a:p>
            <a:pPr algn="l"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核心变量关系与研究假设</a:t>
            </a:r>
            <a:endParaRPr sz="2475" b="1">
              <a:solidFill>
                <a:srgbClr val="344778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6750" y="2000250"/>
            <a:ext cx="10858500" cy="3857625"/>
          </a:xfrm>
          <a:prstGeom prst="rect">
            <a:avLst/>
          </a:prstGeom>
          <a:solidFill>
            <a:srgbClr val="FFFFFF"/>
          </a:solidFill>
          <a:ln w="13335">
            <a:solidFill>
              <a:srgbClr val="FFFFFF"/>
            </a:solidFill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4191000" y="2095500"/>
            <a:ext cx="7239000" cy="952500"/>
          </a:xfrm>
          <a:prstGeom prst="roundRect">
            <a:avLst>
              <a:gd name="adj" fmla="val 8000"/>
            </a:avLst>
          </a:prstGeom>
          <a:solidFill>
            <a:srgbClr val="EFF3FB"/>
          </a:solidFill>
          <a:ln w="13335">
            <a:solidFill>
              <a:srgbClr val="AAB9D6"/>
            </a:solidFill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381500" y="2162175"/>
            <a:ext cx="68580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344778"/>
                </a:solidFill>
              </a:defRPr>
            </a:defPPr>
            <a:lvl1pPr algn="ctr">
              <a:defRPr sz="1800" b="1">
                <a:solidFill>
                  <a:srgbClr val="344778"/>
                </a:solidFill>
              </a:defRPr>
            </a:lvl1pPr>
            <a:lvl2pPr algn="ctr">
              <a:defRPr sz="1800" b="1">
                <a:solidFill>
                  <a:srgbClr val="344778"/>
                </a:solidFill>
              </a:defRPr>
            </a:lvl2pPr>
            <a:lvl3pPr algn="ctr">
              <a:defRPr sz="1800" b="1">
                <a:solidFill>
                  <a:srgbClr val="344778"/>
                </a:solidFill>
              </a:defRPr>
            </a:lvl3pPr>
            <a:lvl4pPr algn="ctr">
              <a:defRPr sz="1800" b="1">
                <a:solidFill>
                  <a:srgbClr val="344778"/>
                </a:solidFill>
              </a:defRPr>
            </a:lvl4pPr>
            <a:lvl5pPr algn="ctr">
              <a:defRPr sz="1800" b="1">
                <a:solidFill>
                  <a:srgbClr val="344778"/>
                </a:solidFill>
              </a:defRPr>
            </a:lvl5pPr>
            <a:lvl6pPr algn="ctr">
              <a:defRPr sz="1800" b="1">
                <a:solidFill>
                  <a:srgbClr val="344778"/>
                </a:solidFill>
              </a:defRPr>
            </a:lvl6pPr>
            <a:lvl7pPr algn="ctr">
              <a:defRPr sz="1800" b="1">
                <a:solidFill>
                  <a:srgbClr val="344778"/>
                </a:solidFill>
              </a:defRPr>
            </a:lvl7pPr>
            <a:lvl8pPr algn="ctr">
              <a:defRPr sz="1800" b="1">
                <a:solidFill>
                  <a:srgbClr val="344778"/>
                </a:solidFill>
              </a:defRPr>
            </a:lvl8pPr>
            <a:lvl9pPr algn="ctr">
              <a:defRPr sz="1800" b="1">
                <a:solidFill>
                  <a:srgbClr val="344778"/>
                </a:solidFill>
              </a:defRPr>
            </a:lvl9pPr>
          </a:lstStyle>
          <a:p>
            <a:pPr algn="ctr">
              <a:defRPr sz="1800" b="1">
                <a:solidFill>
                  <a:srgbClr val="344778"/>
                </a:solidFill>
              </a:defRPr>
            </a:pPr>
            <a:r>
              <a:rPr sz="1800" b="1">
                <a:solidFill>
                  <a:srgbClr val="344778"/>
                </a:solidFill>
              </a:rPr>
              <a:t>自变量 X：Agent辅助方式（组间三水平）</a:t>
            </a:r>
            <a:endParaRPr sz="1800" b="1">
              <a:solidFill>
                <a:srgbClr val="344778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324350" y="2571750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75" b="0">
                <a:solidFill>
                  <a:srgbClr val="202C43"/>
                </a:solidFill>
              </a:defRPr>
            </a:defPPr>
            <a:lvl1pPr algn="ctr">
              <a:defRPr sz="1575" b="0">
                <a:solidFill>
                  <a:srgbClr val="202C43"/>
                </a:solidFill>
              </a:defRPr>
            </a:lvl1pPr>
            <a:lvl2pPr algn="ctr">
              <a:defRPr sz="1575" b="0">
                <a:solidFill>
                  <a:srgbClr val="202C43"/>
                </a:solidFill>
              </a:defRPr>
            </a:lvl2pPr>
            <a:lvl3pPr algn="ctr">
              <a:defRPr sz="1575" b="0">
                <a:solidFill>
                  <a:srgbClr val="202C43"/>
                </a:solidFill>
              </a:defRPr>
            </a:lvl3pPr>
            <a:lvl4pPr algn="ctr">
              <a:defRPr sz="1575" b="0">
                <a:solidFill>
                  <a:srgbClr val="202C43"/>
                </a:solidFill>
              </a:defRPr>
            </a:lvl4pPr>
            <a:lvl5pPr algn="ctr">
              <a:defRPr sz="1575" b="0">
                <a:solidFill>
                  <a:srgbClr val="202C43"/>
                </a:solidFill>
              </a:defRPr>
            </a:lvl5pPr>
            <a:lvl6pPr algn="ctr">
              <a:defRPr sz="1575" b="0">
                <a:solidFill>
                  <a:srgbClr val="202C43"/>
                </a:solidFill>
              </a:defRPr>
            </a:lvl6pPr>
            <a:lvl7pPr algn="ctr">
              <a:defRPr sz="1575" b="0">
                <a:solidFill>
                  <a:srgbClr val="202C43"/>
                </a:solidFill>
              </a:defRPr>
            </a:lvl7pPr>
            <a:lvl8pPr algn="ctr">
              <a:defRPr sz="1575" b="0">
                <a:solidFill>
                  <a:srgbClr val="202C43"/>
                </a:solidFill>
              </a:defRPr>
            </a:lvl8pPr>
            <a:lvl9pPr algn="ctr">
              <a:defRPr sz="1575" b="0">
                <a:solidFill>
                  <a:srgbClr val="202C43"/>
                </a:solidFill>
              </a:defRPr>
            </a:lvl9pPr>
          </a:lstStyle>
          <a:p>
            <a:pPr algn="ctr">
              <a:defRPr sz="1575" b="0">
                <a:solidFill>
                  <a:srgbClr val="202C43"/>
                </a:solidFill>
              </a:defRPr>
            </a:pPr>
            <a:r>
              <a:rPr sz="1575" b="0">
                <a:solidFill>
                  <a:srgbClr val="202C43"/>
                </a:solidFill>
              </a:rPr>
              <a:t>无AI独立阅读</a:t>
            </a:r>
            <a:endParaRPr sz="1575" b="0">
              <a:solidFill>
                <a:srgbClr val="202C4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381750" y="2571750"/>
            <a:ext cx="22383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75" b="0">
                <a:solidFill>
                  <a:srgbClr val="202C43"/>
                </a:solidFill>
              </a:defRPr>
            </a:defPPr>
            <a:lvl1pPr algn="ctr">
              <a:defRPr sz="1575" b="0">
                <a:solidFill>
                  <a:srgbClr val="202C43"/>
                </a:solidFill>
              </a:defRPr>
            </a:lvl1pPr>
            <a:lvl2pPr algn="ctr">
              <a:defRPr sz="1575" b="0">
                <a:solidFill>
                  <a:srgbClr val="202C43"/>
                </a:solidFill>
              </a:defRPr>
            </a:lvl2pPr>
            <a:lvl3pPr algn="ctr">
              <a:defRPr sz="1575" b="0">
                <a:solidFill>
                  <a:srgbClr val="202C43"/>
                </a:solidFill>
              </a:defRPr>
            </a:lvl3pPr>
            <a:lvl4pPr algn="ctr">
              <a:defRPr sz="1575" b="0">
                <a:solidFill>
                  <a:srgbClr val="202C43"/>
                </a:solidFill>
              </a:defRPr>
            </a:lvl4pPr>
            <a:lvl5pPr algn="ctr">
              <a:defRPr sz="1575" b="0">
                <a:solidFill>
                  <a:srgbClr val="202C43"/>
                </a:solidFill>
              </a:defRPr>
            </a:lvl5pPr>
            <a:lvl6pPr algn="ctr">
              <a:defRPr sz="1575" b="0">
                <a:solidFill>
                  <a:srgbClr val="202C43"/>
                </a:solidFill>
              </a:defRPr>
            </a:lvl6pPr>
            <a:lvl7pPr algn="ctr">
              <a:defRPr sz="1575" b="0">
                <a:solidFill>
                  <a:srgbClr val="202C43"/>
                </a:solidFill>
              </a:defRPr>
            </a:lvl7pPr>
            <a:lvl8pPr algn="ctr">
              <a:defRPr sz="1575" b="0">
                <a:solidFill>
                  <a:srgbClr val="202C43"/>
                </a:solidFill>
              </a:defRPr>
            </a:lvl8pPr>
            <a:lvl9pPr algn="ctr">
              <a:defRPr sz="1575" b="0">
                <a:solidFill>
                  <a:srgbClr val="202C43"/>
                </a:solidFill>
              </a:defRPr>
            </a:lvl9pPr>
          </a:lstStyle>
          <a:p>
            <a:pPr algn="ctr">
              <a:defRPr sz="1575" b="0">
                <a:solidFill>
                  <a:srgbClr val="202C43"/>
                </a:solidFill>
              </a:defRPr>
            </a:pPr>
            <a:r>
              <a:rPr sz="1575" b="0">
                <a:solidFill>
                  <a:srgbClr val="202C43"/>
                </a:solidFill>
              </a:rPr>
              <a:t>通用Agent辅助阅读</a:t>
            </a:r>
            <a:endParaRPr sz="1575" b="0">
              <a:solidFill>
                <a:srgbClr val="202C43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667750" y="2571750"/>
            <a:ext cx="2667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202C43"/>
                </a:solidFill>
              </a:defRPr>
            </a:defPPr>
            <a:lvl1pPr algn="ctr">
              <a:defRPr sz="1575" b="1">
                <a:solidFill>
                  <a:srgbClr val="202C43"/>
                </a:solidFill>
              </a:defRPr>
            </a:lvl1pPr>
            <a:lvl2pPr algn="ctr">
              <a:defRPr sz="1575" b="1">
                <a:solidFill>
                  <a:srgbClr val="202C43"/>
                </a:solidFill>
              </a:defRPr>
            </a:lvl2pPr>
            <a:lvl3pPr algn="ctr">
              <a:defRPr sz="1575" b="1">
                <a:solidFill>
                  <a:srgbClr val="202C43"/>
                </a:solidFill>
              </a:defRPr>
            </a:lvl3pPr>
            <a:lvl4pPr algn="ctr">
              <a:defRPr sz="1575" b="1">
                <a:solidFill>
                  <a:srgbClr val="202C43"/>
                </a:solidFill>
              </a:defRPr>
            </a:lvl4pPr>
            <a:lvl5pPr algn="ctr">
              <a:defRPr sz="1575" b="1">
                <a:solidFill>
                  <a:srgbClr val="202C43"/>
                </a:solidFill>
              </a:defRPr>
            </a:lvl5pPr>
            <a:lvl6pPr algn="ctr">
              <a:defRPr sz="1575" b="1">
                <a:solidFill>
                  <a:srgbClr val="202C43"/>
                </a:solidFill>
              </a:defRPr>
            </a:lvl6pPr>
            <a:lvl7pPr algn="ctr">
              <a:defRPr sz="1575" b="1">
                <a:solidFill>
                  <a:srgbClr val="202C43"/>
                </a:solidFill>
              </a:defRPr>
            </a:lvl7pPr>
            <a:lvl8pPr algn="ctr">
              <a:defRPr sz="1575" b="1">
                <a:solidFill>
                  <a:srgbClr val="202C43"/>
                </a:solidFill>
              </a:defRPr>
            </a:lvl8pPr>
            <a:lvl9pPr algn="ctr">
              <a:defRPr sz="1575" b="1">
                <a:solidFill>
                  <a:srgbClr val="202C43"/>
                </a:solidFill>
              </a:defRPr>
            </a:lvl9pPr>
          </a:lstStyle>
          <a:p>
            <a:pPr algn="ctr">
              <a:defRPr sz="1575" b="1">
                <a:solidFill>
                  <a:srgbClr val="202C43"/>
                </a:solidFill>
              </a:defRPr>
            </a:pPr>
            <a:r>
              <a:rPr sz="1575" b="1">
                <a:solidFill>
                  <a:srgbClr val="202C43"/>
                </a:solidFill>
              </a:rPr>
              <a:t>苏格拉底式Agent辅助阅读</a:t>
            </a:r>
            <a:endParaRPr sz="1575" b="1">
              <a:solidFill>
                <a:srgbClr val="202C43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62000" y="2286000"/>
            <a:ext cx="2905125" cy="2143125"/>
          </a:xfrm>
          <a:prstGeom prst="roundRect">
            <a:avLst>
              <a:gd name="adj" fmla="val 3556"/>
            </a:avLst>
          </a:prstGeom>
          <a:solidFill>
            <a:srgbClr val="F7F3FB"/>
          </a:solidFill>
          <a:ln w="13335">
            <a:solidFill>
              <a:srgbClr val="B9A6CE"/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14400" y="2419350"/>
            <a:ext cx="26003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715395"/>
                </a:solidFill>
              </a:defRPr>
            </a:defPPr>
            <a:lvl1pPr algn="ctr">
              <a:defRPr sz="1575" b="1">
                <a:solidFill>
                  <a:srgbClr val="715395"/>
                </a:solidFill>
              </a:defRPr>
            </a:lvl1pPr>
            <a:lvl2pPr algn="ctr">
              <a:defRPr sz="1575" b="1">
                <a:solidFill>
                  <a:srgbClr val="715395"/>
                </a:solidFill>
              </a:defRPr>
            </a:lvl2pPr>
            <a:lvl3pPr algn="ctr">
              <a:defRPr sz="1575" b="1">
                <a:solidFill>
                  <a:srgbClr val="715395"/>
                </a:solidFill>
              </a:defRPr>
            </a:lvl3pPr>
            <a:lvl4pPr algn="ctr">
              <a:defRPr sz="1575" b="1">
                <a:solidFill>
                  <a:srgbClr val="715395"/>
                </a:solidFill>
              </a:defRPr>
            </a:lvl4pPr>
            <a:lvl5pPr algn="ctr">
              <a:defRPr sz="1575" b="1">
                <a:solidFill>
                  <a:srgbClr val="715395"/>
                </a:solidFill>
              </a:defRPr>
            </a:lvl5pPr>
            <a:lvl6pPr algn="ctr">
              <a:defRPr sz="1575" b="1">
                <a:solidFill>
                  <a:srgbClr val="715395"/>
                </a:solidFill>
              </a:defRPr>
            </a:lvl6pPr>
            <a:lvl7pPr algn="ctr">
              <a:defRPr sz="1575" b="1">
                <a:solidFill>
                  <a:srgbClr val="715395"/>
                </a:solidFill>
              </a:defRPr>
            </a:lvl7pPr>
            <a:lvl8pPr algn="ctr">
              <a:defRPr sz="1575" b="1">
                <a:solidFill>
                  <a:srgbClr val="715395"/>
                </a:solidFill>
              </a:defRPr>
            </a:lvl8pPr>
            <a:lvl9pPr algn="ctr">
              <a:defRPr sz="1575" b="1">
                <a:solidFill>
                  <a:srgbClr val="715395"/>
                </a:solidFill>
              </a:defRPr>
            </a:lvl9pPr>
          </a:lstStyle>
          <a:p>
            <a:pPr algn="ctr">
              <a:defRPr sz="1575" b="1">
                <a:solidFill>
                  <a:srgbClr val="715395"/>
                </a:solidFill>
              </a:defRPr>
            </a:pPr>
            <a:r>
              <a:rPr sz="1575" b="1">
                <a:solidFill>
                  <a:srgbClr val="715395"/>
                </a:solidFill>
              </a:rPr>
              <a:t>探索性调节变量 M</a:t>
            </a:r>
            <a:endParaRPr sz="1575" b="1">
              <a:solidFill>
                <a:srgbClr val="715395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5350" y="2790825"/>
            <a:ext cx="26384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202C43"/>
                </a:solidFill>
              </a:defRPr>
            </a:defPPr>
            <a:lvl1pPr algn="ctr">
              <a:defRPr sz="1800" b="1">
                <a:solidFill>
                  <a:srgbClr val="202C43"/>
                </a:solidFill>
              </a:defRPr>
            </a:lvl1pPr>
            <a:lvl2pPr algn="ctr">
              <a:defRPr sz="1800" b="1">
                <a:solidFill>
                  <a:srgbClr val="202C43"/>
                </a:solidFill>
              </a:defRPr>
            </a:lvl2pPr>
            <a:lvl3pPr algn="ctr">
              <a:defRPr sz="1800" b="1">
                <a:solidFill>
                  <a:srgbClr val="202C43"/>
                </a:solidFill>
              </a:defRPr>
            </a:lvl3pPr>
            <a:lvl4pPr algn="ctr">
              <a:defRPr sz="1800" b="1">
                <a:solidFill>
                  <a:srgbClr val="202C43"/>
                </a:solidFill>
              </a:defRPr>
            </a:lvl4pPr>
            <a:lvl5pPr algn="ctr">
              <a:defRPr sz="1800" b="1">
                <a:solidFill>
                  <a:srgbClr val="202C43"/>
                </a:solidFill>
              </a:defRPr>
            </a:lvl5pPr>
            <a:lvl6pPr algn="ctr">
              <a:defRPr sz="1800" b="1">
                <a:solidFill>
                  <a:srgbClr val="202C43"/>
                </a:solidFill>
              </a:defRPr>
            </a:lvl6pPr>
            <a:lvl7pPr algn="ctr">
              <a:defRPr sz="1800" b="1">
                <a:solidFill>
                  <a:srgbClr val="202C43"/>
                </a:solidFill>
              </a:defRPr>
            </a:lvl7pPr>
            <a:lvl8pPr algn="ctr">
              <a:defRPr sz="1800" b="1">
                <a:solidFill>
                  <a:srgbClr val="202C43"/>
                </a:solidFill>
              </a:defRPr>
            </a:lvl8pPr>
            <a:lvl9pPr algn="ctr">
              <a:defRPr sz="1800" b="1">
                <a:solidFill>
                  <a:srgbClr val="202C43"/>
                </a:solidFill>
              </a:defRPr>
            </a:lvl9pPr>
          </a:lstStyle>
          <a:p>
            <a:pPr algn="ctr">
              <a:defRPr sz="1800" b="1">
                <a:solidFill>
                  <a:srgbClr val="202C43"/>
                </a:solidFill>
              </a:defRPr>
            </a:pPr>
            <a:r>
              <a:rPr sz="1800" b="1">
                <a:solidFill>
                  <a:srgbClr val="202C43"/>
                </a:solidFill>
              </a:rPr>
              <a:t>初始批判性思维倾向</a:t>
            </a:r>
            <a:endParaRPr sz="1800" b="1">
              <a:solidFill>
                <a:srgbClr val="202C43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33450" y="3143250"/>
            <a:ext cx="25622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350" b="0">
                <a:solidFill>
                  <a:srgbClr val="536078"/>
                </a:solidFill>
              </a:defRPr>
            </a:defPPr>
            <a:lvl1pPr algn="ctr">
              <a:defRPr sz="1350" b="0">
                <a:solidFill>
                  <a:srgbClr val="536078"/>
                </a:solidFill>
              </a:defRPr>
            </a:lvl1pPr>
            <a:lvl2pPr algn="ctr">
              <a:defRPr sz="1350" b="0">
                <a:solidFill>
                  <a:srgbClr val="536078"/>
                </a:solidFill>
              </a:defRPr>
            </a:lvl2pPr>
            <a:lvl3pPr algn="ctr">
              <a:defRPr sz="1350" b="0">
                <a:solidFill>
                  <a:srgbClr val="536078"/>
                </a:solidFill>
              </a:defRPr>
            </a:lvl3pPr>
            <a:lvl4pPr algn="ctr">
              <a:defRPr sz="1350" b="0">
                <a:solidFill>
                  <a:srgbClr val="536078"/>
                </a:solidFill>
              </a:defRPr>
            </a:lvl4pPr>
            <a:lvl5pPr algn="ctr">
              <a:defRPr sz="1350" b="0">
                <a:solidFill>
                  <a:srgbClr val="536078"/>
                </a:solidFill>
              </a:defRPr>
            </a:lvl5pPr>
            <a:lvl6pPr algn="ctr">
              <a:defRPr sz="1350" b="0">
                <a:solidFill>
                  <a:srgbClr val="536078"/>
                </a:solidFill>
              </a:defRPr>
            </a:lvl6pPr>
            <a:lvl7pPr algn="ctr">
              <a:defRPr sz="1350" b="0">
                <a:solidFill>
                  <a:srgbClr val="536078"/>
                </a:solidFill>
              </a:defRPr>
            </a:lvl7pPr>
            <a:lvl8pPr algn="ctr">
              <a:defRPr sz="1350" b="0">
                <a:solidFill>
                  <a:srgbClr val="536078"/>
                </a:solidFill>
              </a:defRPr>
            </a:lvl8pPr>
            <a:lvl9pPr algn="ctr">
              <a:defRPr sz="1350" b="0">
                <a:solidFill>
                  <a:srgbClr val="536078"/>
                </a:solidFill>
              </a:defRPr>
            </a:lvl9pPr>
          </a:lstStyle>
          <a:p>
            <a:pPr algn="ctr">
              <a:defRPr sz="1350" b="0">
                <a:solidFill>
                  <a:srgbClr val="536078"/>
                </a:solidFill>
              </a:defRPr>
            </a:pPr>
            <a:r>
              <a:rPr sz="1350" b="0">
                <a:solidFill>
                  <a:srgbClr val="536078"/>
                </a:solidFill>
              </a:rPr>
              <a:t>CCTDI总分，按连续变量分析</a:t>
            </a:r>
            <a:endParaRPr sz="1350" b="0">
              <a:solidFill>
                <a:srgbClr val="536078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42975" y="3667125"/>
            <a:ext cx="254317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425" b="0">
                <a:solidFill>
                  <a:srgbClr val="715395"/>
                </a:solidFill>
              </a:defRPr>
            </a:defPPr>
            <a:lvl1pPr algn="ctr">
              <a:defRPr sz="1425" b="0">
                <a:solidFill>
                  <a:srgbClr val="715395"/>
                </a:solidFill>
              </a:defRPr>
            </a:lvl1pPr>
            <a:lvl2pPr algn="ctr">
              <a:defRPr sz="1425" b="0">
                <a:solidFill>
                  <a:srgbClr val="715395"/>
                </a:solidFill>
              </a:defRPr>
            </a:lvl2pPr>
            <a:lvl3pPr algn="ctr">
              <a:defRPr sz="1425" b="0">
                <a:solidFill>
                  <a:srgbClr val="715395"/>
                </a:solidFill>
              </a:defRPr>
            </a:lvl3pPr>
            <a:lvl4pPr algn="ctr">
              <a:defRPr sz="1425" b="0">
                <a:solidFill>
                  <a:srgbClr val="715395"/>
                </a:solidFill>
              </a:defRPr>
            </a:lvl4pPr>
            <a:lvl5pPr algn="ctr">
              <a:defRPr sz="1425" b="0">
                <a:solidFill>
                  <a:srgbClr val="715395"/>
                </a:solidFill>
              </a:defRPr>
            </a:lvl5pPr>
            <a:lvl6pPr algn="ctr">
              <a:defRPr sz="1425" b="0">
                <a:solidFill>
                  <a:srgbClr val="715395"/>
                </a:solidFill>
              </a:defRPr>
            </a:lvl6pPr>
            <a:lvl7pPr algn="ctr">
              <a:defRPr sz="1425" b="0">
                <a:solidFill>
                  <a:srgbClr val="715395"/>
                </a:solidFill>
              </a:defRPr>
            </a:lvl7pPr>
            <a:lvl8pPr algn="ctr">
              <a:defRPr sz="1425" b="0">
                <a:solidFill>
                  <a:srgbClr val="715395"/>
                </a:solidFill>
              </a:defRPr>
            </a:lvl8pPr>
            <a:lvl9pPr algn="ctr">
              <a:defRPr sz="1425" b="0">
                <a:solidFill>
                  <a:srgbClr val="715395"/>
                </a:solidFill>
              </a:defRPr>
            </a:lvl9pPr>
          </a:lstStyle>
          <a:p>
            <a:pPr algn="ctr">
              <a:defRPr sz="1425" b="0">
                <a:solidFill>
                  <a:srgbClr val="715395"/>
                </a:solidFill>
              </a:defRPr>
            </a:pPr>
            <a:r>
              <a:rPr sz="1425" b="0">
                <a:solidFill>
                  <a:srgbClr val="715395"/>
                </a:solidFill>
              </a:rPr>
              <a:t>倾向越低，苏格拉底组相对</a:t>
            </a:r>
            <a:endParaRPr sz="1425" b="0">
              <a:solidFill>
                <a:srgbClr val="715395"/>
              </a:solidFill>
            </a:endParaRPr>
          </a:p>
          <a:p>
            <a:pPr algn="ctr">
              <a:defRPr sz="1425" b="0">
                <a:solidFill>
                  <a:srgbClr val="715395"/>
                </a:solidFill>
              </a:defRPr>
            </a:pPr>
            <a:r>
              <a:rPr sz="1425" b="0">
                <a:solidFill>
                  <a:srgbClr val="715395"/>
                </a:solidFill>
              </a:rPr>
              <a:t>通用组的优势预期越大</a:t>
            </a:r>
            <a:endParaRPr sz="1425" b="0">
              <a:solidFill>
                <a:srgbClr val="715395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4191000" y="3810000"/>
            <a:ext cx="7239000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335">
            <a:solidFill>
              <a:srgbClr val="AAB9D6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333875" y="3895725"/>
            <a:ext cx="6953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344778"/>
                </a:solidFill>
              </a:defRPr>
            </a:defPPr>
            <a:lvl1pPr algn="ctr">
              <a:defRPr sz="1800" b="1">
                <a:solidFill>
                  <a:srgbClr val="344778"/>
                </a:solidFill>
              </a:defRPr>
            </a:lvl1pPr>
            <a:lvl2pPr algn="ctr">
              <a:defRPr sz="1800" b="1">
                <a:solidFill>
                  <a:srgbClr val="344778"/>
                </a:solidFill>
              </a:defRPr>
            </a:lvl2pPr>
            <a:lvl3pPr algn="ctr">
              <a:defRPr sz="1800" b="1">
                <a:solidFill>
                  <a:srgbClr val="344778"/>
                </a:solidFill>
              </a:defRPr>
            </a:lvl3pPr>
            <a:lvl4pPr algn="ctr">
              <a:defRPr sz="1800" b="1">
                <a:solidFill>
                  <a:srgbClr val="344778"/>
                </a:solidFill>
              </a:defRPr>
            </a:lvl4pPr>
            <a:lvl5pPr algn="ctr">
              <a:defRPr sz="1800" b="1">
                <a:solidFill>
                  <a:srgbClr val="344778"/>
                </a:solidFill>
              </a:defRPr>
            </a:lvl5pPr>
            <a:lvl6pPr algn="ctr">
              <a:defRPr sz="1800" b="1">
                <a:solidFill>
                  <a:srgbClr val="344778"/>
                </a:solidFill>
              </a:defRPr>
            </a:lvl6pPr>
            <a:lvl7pPr algn="ctr">
              <a:defRPr sz="1800" b="1">
                <a:solidFill>
                  <a:srgbClr val="344778"/>
                </a:solidFill>
              </a:defRPr>
            </a:lvl7pPr>
            <a:lvl8pPr algn="ctr">
              <a:defRPr sz="1800" b="1">
                <a:solidFill>
                  <a:srgbClr val="344778"/>
                </a:solidFill>
              </a:defRPr>
            </a:lvl8pPr>
            <a:lvl9pPr algn="ctr">
              <a:defRPr sz="1800" b="1">
                <a:solidFill>
                  <a:srgbClr val="344778"/>
                </a:solidFill>
              </a:defRPr>
            </a:lvl9pPr>
          </a:lstStyle>
          <a:p>
            <a:pPr algn="ctr">
              <a:defRPr sz="1800" b="1">
                <a:solidFill>
                  <a:srgbClr val="344778"/>
                </a:solidFill>
              </a:defRPr>
            </a:pPr>
            <a:r>
              <a:rPr sz="1800" b="1">
                <a:solidFill>
                  <a:srgbClr val="344778"/>
                </a:solidFill>
              </a:rPr>
              <a:t>主要因变量：文献批判性评价表现（独立后测）</a:t>
            </a:r>
            <a:endParaRPr sz="1800" b="1">
              <a:solidFill>
                <a:srgbClr val="344778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4333875" y="4295775"/>
            <a:ext cx="3381375" cy="781050"/>
          </a:xfrm>
          <a:prstGeom prst="roundRect">
            <a:avLst>
              <a:gd name="adj" fmla="val 4878"/>
            </a:avLst>
          </a:prstGeom>
          <a:solidFill>
            <a:srgbClr val="F4F7FD"/>
          </a:solidFill>
          <a:ln w="13335">
            <a:solidFill>
              <a:srgbClr val="E0E6F1"/>
            </a:solidFill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7905750" y="4295775"/>
            <a:ext cx="3381375" cy="781050"/>
          </a:xfrm>
          <a:prstGeom prst="roundRect">
            <a:avLst>
              <a:gd name="adj" fmla="val 4878"/>
            </a:avLst>
          </a:prstGeom>
          <a:solidFill>
            <a:srgbClr val="F4F7FD"/>
          </a:solidFill>
          <a:ln w="13335">
            <a:solidFill>
              <a:srgbClr val="E0E6F1"/>
            </a:solidFill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4429125" y="4324350"/>
            <a:ext cx="31908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725" b="1">
                <a:solidFill>
                  <a:srgbClr val="202C43"/>
                </a:solidFill>
              </a:defRPr>
            </a:defPPr>
            <a:lvl1pPr algn="ctr">
              <a:defRPr sz="1725" b="1">
                <a:solidFill>
                  <a:srgbClr val="202C43"/>
                </a:solidFill>
              </a:defRPr>
            </a:lvl1pPr>
            <a:lvl2pPr algn="ctr">
              <a:defRPr sz="1725" b="1">
                <a:solidFill>
                  <a:srgbClr val="202C43"/>
                </a:solidFill>
              </a:defRPr>
            </a:lvl2pPr>
            <a:lvl3pPr algn="ctr">
              <a:defRPr sz="1725" b="1">
                <a:solidFill>
                  <a:srgbClr val="202C43"/>
                </a:solidFill>
              </a:defRPr>
            </a:lvl3pPr>
            <a:lvl4pPr algn="ctr">
              <a:defRPr sz="1725" b="1">
                <a:solidFill>
                  <a:srgbClr val="202C43"/>
                </a:solidFill>
              </a:defRPr>
            </a:lvl4pPr>
            <a:lvl5pPr algn="ctr">
              <a:defRPr sz="1725" b="1">
                <a:solidFill>
                  <a:srgbClr val="202C43"/>
                </a:solidFill>
              </a:defRPr>
            </a:lvl5pPr>
            <a:lvl6pPr algn="ctr">
              <a:defRPr sz="1725" b="1">
                <a:solidFill>
                  <a:srgbClr val="202C43"/>
                </a:solidFill>
              </a:defRPr>
            </a:lvl6pPr>
            <a:lvl7pPr algn="ctr">
              <a:defRPr sz="1725" b="1">
                <a:solidFill>
                  <a:srgbClr val="202C43"/>
                </a:solidFill>
              </a:defRPr>
            </a:lvl7pPr>
            <a:lvl8pPr algn="ctr">
              <a:defRPr sz="1725" b="1">
                <a:solidFill>
                  <a:srgbClr val="202C43"/>
                </a:solidFill>
              </a:defRPr>
            </a:lvl8pPr>
            <a:lvl9pPr algn="ctr">
              <a:defRPr sz="1725" b="1">
                <a:solidFill>
                  <a:srgbClr val="202C43"/>
                </a:solidFill>
              </a:defRPr>
            </a:lvl9pPr>
          </a:lstStyle>
          <a:p>
            <a:pPr algn="ctr">
              <a:defRPr sz="1725" b="1">
                <a:solidFill>
                  <a:srgbClr val="202C43"/>
                </a:solidFill>
              </a:defRPr>
            </a:pPr>
            <a:r>
              <a:rPr sz="1725" b="1">
                <a:solidFill>
                  <a:srgbClr val="202C43"/>
                </a:solidFill>
              </a:rPr>
              <a:t>缺陷识别击中率</a:t>
            </a:r>
            <a:endParaRPr sz="1725" b="1">
              <a:solidFill>
                <a:srgbClr val="202C43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486275" y="4600575"/>
            <a:ext cx="30765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0">
                <a:solidFill>
                  <a:srgbClr val="344778"/>
                </a:solidFill>
              </a:defRPr>
            </a:defPPr>
            <a:lvl1pPr algn="ctr">
              <a:defRPr sz="1500" b="0">
                <a:solidFill>
                  <a:srgbClr val="344778"/>
                </a:solidFill>
              </a:defRPr>
            </a:lvl1pPr>
            <a:lvl2pPr algn="ctr">
              <a:defRPr sz="1500" b="0">
                <a:solidFill>
                  <a:srgbClr val="344778"/>
                </a:solidFill>
              </a:defRPr>
            </a:lvl2pPr>
            <a:lvl3pPr algn="ctr">
              <a:defRPr sz="1500" b="0">
                <a:solidFill>
                  <a:srgbClr val="344778"/>
                </a:solidFill>
              </a:defRPr>
            </a:lvl3pPr>
            <a:lvl4pPr algn="ctr">
              <a:defRPr sz="1500" b="0">
                <a:solidFill>
                  <a:srgbClr val="344778"/>
                </a:solidFill>
              </a:defRPr>
            </a:lvl4pPr>
            <a:lvl5pPr algn="ctr">
              <a:defRPr sz="1500" b="0">
                <a:solidFill>
                  <a:srgbClr val="344778"/>
                </a:solidFill>
              </a:defRPr>
            </a:lvl5pPr>
            <a:lvl6pPr algn="ctr">
              <a:defRPr sz="1500" b="0">
                <a:solidFill>
                  <a:srgbClr val="344778"/>
                </a:solidFill>
              </a:defRPr>
            </a:lvl6pPr>
            <a:lvl7pPr algn="ctr">
              <a:defRPr sz="1500" b="0">
                <a:solidFill>
                  <a:srgbClr val="344778"/>
                </a:solidFill>
              </a:defRPr>
            </a:lvl7pPr>
            <a:lvl8pPr algn="ctr">
              <a:defRPr sz="1500" b="0">
                <a:solidFill>
                  <a:srgbClr val="344778"/>
                </a:solidFill>
              </a:defRPr>
            </a:lvl8pPr>
            <a:lvl9pPr algn="ctr">
              <a:defRPr sz="1500" b="0">
                <a:solidFill>
                  <a:srgbClr val="344778"/>
                </a:solidFill>
              </a:defRPr>
            </a:lvl9pPr>
          </a:lstStyle>
          <a:p>
            <a:pPr algn="ctr">
              <a:defRPr sz="1500" b="0">
                <a:solidFill>
                  <a:srgbClr val="344778"/>
                </a:solidFill>
              </a:defRPr>
            </a:pPr>
            <a:r>
              <a:rPr sz="1500" b="0">
                <a:solidFill>
                  <a:srgbClr val="344778"/>
                </a:solidFill>
              </a:rPr>
              <a:t>H1a：苏格拉底组 &gt; 通用组</a:t>
            </a:r>
            <a:endParaRPr sz="1500" b="0">
              <a:solidFill>
                <a:srgbClr val="344778"/>
              </a:solidFill>
            </a:endParaRPr>
          </a:p>
          <a:p>
            <a:pPr algn="ctr">
              <a:defRPr sz="1500" b="0">
                <a:solidFill>
                  <a:srgbClr val="344778"/>
                </a:solidFill>
              </a:defRPr>
            </a:pPr>
            <a:r>
              <a:rPr sz="1500" b="0">
                <a:solidFill>
                  <a:srgbClr val="344778"/>
                </a:solidFill>
              </a:rPr>
              <a:t>H1b：苏格拉底组 &gt; 无AI组</a:t>
            </a:r>
            <a:endParaRPr sz="1500" b="0">
              <a:solidFill>
                <a:srgbClr val="344778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001000" y="4324350"/>
            <a:ext cx="31908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725" b="1">
                <a:solidFill>
                  <a:srgbClr val="202C43"/>
                </a:solidFill>
              </a:defRPr>
            </a:defPPr>
            <a:lvl1pPr algn="ctr">
              <a:defRPr sz="1725" b="1">
                <a:solidFill>
                  <a:srgbClr val="202C43"/>
                </a:solidFill>
              </a:defRPr>
            </a:lvl1pPr>
            <a:lvl2pPr algn="ctr">
              <a:defRPr sz="1725" b="1">
                <a:solidFill>
                  <a:srgbClr val="202C43"/>
                </a:solidFill>
              </a:defRPr>
            </a:lvl2pPr>
            <a:lvl3pPr algn="ctr">
              <a:defRPr sz="1725" b="1">
                <a:solidFill>
                  <a:srgbClr val="202C43"/>
                </a:solidFill>
              </a:defRPr>
            </a:lvl3pPr>
            <a:lvl4pPr algn="ctr">
              <a:defRPr sz="1725" b="1">
                <a:solidFill>
                  <a:srgbClr val="202C43"/>
                </a:solidFill>
              </a:defRPr>
            </a:lvl4pPr>
            <a:lvl5pPr algn="ctr">
              <a:defRPr sz="1725" b="1">
                <a:solidFill>
                  <a:srgbClr val="202C43"/>
                </a:solidFill>
              </a:defRPr>
            </a:lvl5pPr>
            <a:lvl6pPr algn="ctr">
              <a:defRPr sz="1725" b="1">
                <a:solidFill>
                  <a:srgbClr val="202C43"/>
                </a:solidFill>
              </a:defRPr>
            </a:lvl6pPr>
            <a:lvl7pPr algn="ctr">
              <a:defRPr sz="1725" b="1">
                <a:solidFill>
                  <a:srgbClr val="202C43"/>
                </a:solidFill>
              </a:defRPr>
            </a:lvl7pPr>
            <a:lvl8pPr algn="ctr">
              <a:defRPr sz="1725" b="1">
                <a:solidFill>
                  <a:srgbClr val="202C43"/>
                </a:solidFill>
              </a:defRPr>
            </a:lvl8pPr>
            <a:lvl9pPr algn="ctr">
              <a:defRPr sz="1725" b="1">
                <a:solidFill>
                  <a:srgbClr val="202C43"/>
                </a:solidFill>
              </a:defRPr>
            </a:lvl9pPr>
          </a:lstStyle>
          <a:p>
            <a:pPr algn="ctr">
              <a:defRPr sz="1725" b="1">
                <a:solidFill>
                  <a:srgbClr val="202C43"/>
                </a:solidFill>
              </a:defRPr>
            </a:pPr>
            <a:r>
              <a:rPr sz="1725" b="1">
                <a:solidFill>
                  <a:srgbClr val="202C43"/>
                </a:solidFill>
              </a:rPr>
              <a:t>平均解释质量</a:t>
            </a:r>
            <a:endParaRPr sz="1725" b="1">
              <a:solidFill>
                <a:srgbClr val="202C43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058150" y="4600575"/>
            <a:ext cx="30765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0">
                <a:solidFill>
                  <a:srgbClr val="344778"/>
                </a:solidFill>
              </a:defRPr>
            </a:defPPr>
            <a:lvl1pPr algn="ctr">
              <a:defRPr sz="1500" b="0">
                <a:solidFill>
                  <a:srgbClr val="344778"/>
                </a:solidFill>
              </a:defRPr>
            </a:lvl1pPr>
            <a:lvl2pPr algn="ctr">
              <a:defRPr sz="1500" b="0">
                <a:solidFill>
                  <a:srgbClr val="344778"/>
                </a:solidFill>
              </a:defRPr>
            </a:lvl2pPr>
            <a:lvl3pPr algn="ctr">
              <a:defRPr sz="1500" b="0">
                <a:solidFill>
                  <a:srgbClr val="344778"/>
                </a:solidFill>
              </a:defRPr>
            </a:lvl3pPr>
            <a:lvl4pPr algn="ctr">
              <a:defRPr sz="1500" b="0">
                <a:solidFill>
                  <a:srgbClr val="344778"/>
                </a:solidFill>
              </a:defRPr>
            </a:lvl4pPr>
            <a:lvl5pPr algn="ctr">
              <a:defRPr sz="1500" b="0">
                <a:solidFill>
                  <a:srgbClr val="344778"/>
                </a:solidFill>
              </a:defRPr>
            </a:lvl5pPr>
            <a:lvl6pPr algn="ctr">
              <a:defRPr sz="1500" b="0">
                <a:solidFill>
                  <a:srgbClr val="344778"/>
                </a:solidFill>
              </a:defRPr>
            </a:lvl6pPr>
            <a:lvl7pPr algn="ctr">
              <a:defRPr sz="1500" b="0">
                <a:solidFill>
                  <a:srgbClr val="344778"/>
                </a:solidFill>
              </a:defRPr>
            </a:lvl7pPr>
            <a:lvl8pPr algn="ctr">
              <a:defRPr sz="1500" b="0">
                <a:solidFill>
                  <a:srgbClr val="344778"/>
                </a:solidFill>
              </a:defRPr>
            </a:lvl8pPr>
            <a:lvl9pPr algn="ctr">
              <a:defRPr sz="1500" b="0">
                <a:solidFill>
                  <a:srgbClr val="344778"/>
                </a:solidFill>
              </a:defRPr>
            </a:lvl9pPr>
          </a:lstStyle>
          <a:p>
            <a:pPr algn="ctr">
              <a:defRPr sz="1500" b="0">
                <a:solidFill>
                  <a:srgbClr val="344778"/>
                </a:solidFill>
              </a:defRPr>
            </a:pPr>
            <a:r>
              <a:rPr sz="1500" b="0">
                <a:solidFill>
                  <a:srgbClr val="344778"/>
                </a:solidFill>
              </a:rPr>
              <a:t>H1c：苏格拉底组 &gt; 通用组</a:t>
            </a:r>
            <a:endParaRPr sz="1500" b="0">
              <a:solidFill>
                <a:srgbClr val="344778"/>
              </a:solidFill>
            </a:endParaRPr>
          </a:p>
          <a:p>
            <a:pPr algn="ctr">
              <a:defRPr sz="1500" b="0">
                <a:solidFill>
                  <a:srgbClr val="344778"/>
                </a:solidFill>
              </a:defRPr>
            </a:pPr>
            <a:r>
              <a:rPr sz="1500" b="0">
                <a:solidFill>
                  <a:srgbClr val="344778"/>
                </a:solidFill>
              </a:rPr>
              <a:t>H1d：苏格拉底组 &gt; 无AI组</a:t>
            </a:r>
            <a:endParaRPr sz="1500" b="0">
              <a:solidFill>
                <a:srgbClr val="344778"/>
              </a:solidFill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>
            <a:off x="7810500" y="3048000"/>
            <a:ext cx="0" cy="762000"/>
          </a:xfrm>
          <a:prstGeom prst="straightConnector1">
            <a:avLst/>
          </a:prstGeom>
          <a:ln w="24765">
            <a:solidFill>
              <a:srgbClr val="344778"/>
            </a:solidFill>
            <a:tailEnd type="triangle" w="med" len="med"/>
          </a:ln>
        </p:spPr>
      </p:cxnSp>
      <p:cxnSp>
        <p:nvCxnSpPr>
          <p:cNvPr id="43" name="直接箭头连接符 42"/>
          <p:cNvCxnSpPr/>
          <p:nvPr/>
        </p:nvCxnSpPr>
        <p:spPr>
          <a:xfrm>
            <a:off x="3667125" y="3476625"/>
            <a:ext cx="4143375" cy="0"/>
          </a:xfrm>
          <a:prstGeom prst="straightConnector1">
            <a:avLst/>
          </a:prstGeom>
          <a:ln w="19050">
            <a:solidFill>
              <a:srgbClr val="715395"/>
            </a:solidFill>
            <a:prstDash val="dash"/>
            <a:tailEnd type="triangle" w="med" len="med"/>
          </a:ln>
        </p:spPr>
      </p:cxnSp>
      <p:sp>
        <p:nvSpPr>
          <p:cNvPr id="44" name="矩形 43"/>
          <p:cNvSpPr>
            <a:spLocks noGrp="1"/>
          </p:cNvSpPr>
          <p:nvPr/>
        </p:nvSpPr>
        <p:spPr>
          <a:xfrm>
            <a:off x="4381500" y="3152775"/>
            <a:ext cx="31432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715395"/>
                </a:solidFill>
              </a:defRPr>
            </a:defPPr>
            <a:lvl1pPr algn="ctr">
              <a:defRPr sz="1500" b="1">
                <a:solidFill>
                  <a:srgbClr val="715395"/>
                </a:solidFill>
              </a:defRPr>
            </a:lvl1pPr>
            <a:lvl2pPr algn="ctr">
              <a:defRPr sz="1500" b="1">
                <a:solidFill>
                  <a:srgbClr val="715395"/>
                </a:solidFill>
              </a:defRPr>
            </a:lvl2pPr>
            <a:lvl3pPr algn="ctr">
              <a:defRPr sz="1500" b="1">
                <a:solidFill>
                  <a:srgbClr val="715395"/>
                </a:solidFill>
              </a:defRPr>
            </a:lvl3pPr>
            <a:lvl4pPr algn="ctr">
              <a:defRPr sz="1500" b="1">
                <a:solidFill>
                  <a:srgbClr val="715395"/>
                </a:solidFill>
              </a:defRPr>
            </a:lvl4pPr>
            <a:lvl5pPr algn="ctr">
              <a:defRPr sz="1500" b="1">
                <a:solidFill>
                  <a:srgbClr val="715395"/>
                </a:solidFill>
              </a:defRPr>
            </a:lvl5pPr>
            <a:lvl6pPr algn="ctr">
              <a:defRPr sz="1500" b="1">
                <a:solidFill>
                  <a:srgbClr val="715395"/>
                </a:solidFill>
              </a:defRPr>
            </a:lvl6pPr>
            <a:lvl7pPr algn="ctr">
              <a:defRPr sz="1500" b="1">
                <a:solidFill>
                  <a:srgbClr val="715395"/>
                </a:solidFill>
              </a:defRPr>
            </a:lvl7pPr>
            <a:lvl8pPr algn="ctr">
              <a:defRPr sz="1500" b="1">
                <a:solidFill>
                  <a:srgbClr val="715395"/>
                </a:solidFill>
              </a:defRPr>
            </a:lvl8pPr>
            <a:lvl9pPr algn="ctr">
              <a:defRPr sz="1500" b="1">
                <a:solidFill>
                  <a:srgbClr val="715395"/>
                </a:solidFill>
              </a:defRPr>
            </a:lvl9pPr>
          </a:lstStyle>
          <a:p>
            <a:pPr algn="ctr">
              <a:defRPr sz="1500" b="1">
                <a:solidFill>
                  <a:srgbClr val="715395"/>
                </a:solidFill>
              </a:defRPr>
            </a:pPr>
            <a:r>
              <a:rPr sz="1500" b="1">
                <a:solidFill>
                  <a:srgbClr val="715395"/>
                </a:solidFill>
              </a:rPr>
              <a:t>H3a、H3b：调节组间差异</a:t>
            </a:r>
            <a:endParaRPr sz="1500" b="1">
              <a:solidFill>
                <a:srgbClr val="715395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81050" y="5257800"/>
            <a:ext cx="106489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75" b="0">
                <a:solidFill>
                  <a:srgbClr val="202C43"/>
                </a:solidFill>
              </a:defRPr>
            </a:defPPr>
            <a:lvl1pPr algn="ctr">
              <a:defRPr sz="1575" b="0">
                <a:solidFill>
                  <a:srgbClr val="202C43"/>
                </a:solidFill>
              </a:defRPr>
            </a:lvl1pPr>
            <a:lvl2pPr algn="ctr">
              <a:defRPr sz="1575" b="0">
                <a:solidFill>
                  <a:srgbClr val="202C43"/>
                </a:solidFill>
              </a:defRPr>
            </a:lvl2pPr>
            <a:lvl3pPr algn="ctr">
              <a:defRPr sz="1575" b="0">
                <a:solidFill>
                  <a:srgbClr val="202C43"/>
                </a:solidFill>
              </a:defRPr>
            </a:lvl3pPr>
            <a:lvl4pPr algn="ctr">
              <a:defRPr sz="1575" b="0">
                <a:solidFill>
                  <a:srgbClr val="202C43"/>
                </a:solidFill>
              </a:defRPr>
            </a:lvl4pPr>
            <a:lvl5pPr algn="ctr">
              <a:defRPr sz="1575" b="0">
                <a:solidFill>
                  <a:srgbClr val="202C43"/>
                </a:solidFill>
              </a:defRPr>
            </a:lvl5pPr>
            <a:lvl6pPr algn="ctr">
              <a:defRPr sz="1575" b="0">
                <a:solidFill>
                  <a:srgbClr val="202C43"/>
                </a:solidFill>
              </a:defRPr>
            </a:lvl6pPr>
            <a:lvl7pPr algn="ctr">
              <a:defRPr sz="1575" b="0">
                <a:solidFill>
                  <a:srgbClr val="202C43"/>
                </a:solidFill>
              </a:defRPr>
            </a:lvl7pPr>
            <a:lvl8pPr algn="ctr">
              <a:defRPr sz="1575" b="0">
                <a:solidFill>
                  <a:srgbClr val="202C43"/>
                </a:solidFill>
              </a:defRPr>
            </a:lvl8pPr>
            <a:lvl9pPr algn="ctr">
              <a:defRPr sz="1575" b="0">
                <a:solidFill>
                  <a:srgbClr val="202C43"/>
                </a:solidFill>
              </a:defRPr>
            </a:lvl9pPr>
          </a:lstStyle>
          <a:p>
            <a:pPr algn="ctr">
              <a:defRPr sz="1575" b="0">
                <a:solidFill>
                  <a:srgbClr val="202C43"/>
                </a:solidFill>
              </a:defRPr>
            </a:pPr>
            <a:r>
              <a:rPr sz="1575" b="0">
                <a:solidFill>
                  <a:srgbClr val="202C43"/>
                </a:solidFill>
              </a:rPr>
              <a:t>次要因变量：论文内容概括表现（RQ2）     </a:t>
            </a:r>
            <a:r>
              <a:rPr lang="zh-CN" sz="1575" b="0">
                <a:solidFill>
                  <a:srgbClr val="202C43"/>
                </a:solidFill>
              </a:rPr>
              <a:t>主要因变量的</a:t>
            </a:r>
            <a:r>
              <a:rPr sz="1575" b="0">
                <a:solidFill>
                  <a:srgbClr val="202C43"/>
                </a:solidFill>
              </a:rPr>
              <a:t>补充指标：缺陷识别精确率</a:t>
            </a:r>
            <a:endParaRPr sz="1575" b="0">
              <a:solidFill>
                <a:srgbClr val="202C43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781050" y="5581650"/>
            <a:ext cx="106489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350" b="0">
                <a:solidFill>
                  <a:srgbClr val="536078"/>
                </a:solidFill>
              </a:defRPr>
            </a:defPPr>
            <a:lvl1pPr algn="ctr">
              <a:defRPr sz="1350" b="0">
                <a:solidFill>
                  <a:srgbClr val="536078"/>
                </a:solidFill>
              </a:defRPr>
            </a:lvl1pPr>
            <a:lvl2pPr algn="ctr">
              <a:defRPr sz="1350" b="0">
                <a:solidFill>
                  <a:srgbClr val="536078"/>
                </a:solidFill>
              </a:defRPr>
            </a:lvl2pPr>
            <a:lvl3pPr algn="ctr">
              <a:defRPr sz="1350" b="0">
                <a:solidFill>
                  <a:srgbClr val="536078"/>
                </a:solidFill>
              </a:defRPr>
            </a:lvl3pPr>
            <a:lvl4pPr algn="ctr">
              <a:defRPr sz="1350" b="0">
                <a:solidFill>
                  <a:srgbClr val="536078"/>
                </a:solidFill>
              </a:defRPr>
            </a:lvl4pPr>
            <a:lvl5pPr algn="ctr">
              <a:defRPr sz="1350" b="0">
                <a:solidFill>
                  <a:srgbClr val="536078"/>
                </a:solidFill>
              </a:defRPr>
            </a:lvl5pPr>
            <a:lvl6pPr algn="ctr">
              <a:defRPr sz="1350" b="0">
                <a:solidFill>
                  <a:srgbClr val="536078"/>
                </a:solidFill>
              </a:defRPr>
            </a:lvl6pPr>
            <a:lvl7pPr algn="ctr">
              <a:defRPr sz="1350" b="0">
                <a:solidFill>
                  <a:srgbClr val="536078"/>
                </a:solidFill>
              </a:defRPr>
            </a:lvl7pPr>
            <a:lvl8pPr algn="ctr">
              <a:defRPr sz="1350" b="0">
                <a:solidFill>
                  <a:srgbClr val="536078"/>
                </a:solidFill>
              </a:defRPr>
            </a:lvl8pPr>
            <a:lvl9pPr algn="ctr">
              <a:defRPr sz="1350" b="0">
                <a:solidFill>
                  <a:srgbClr val="536078"/>
                </a:solidFill>
              </a:defRPr>
            </a:lvl9pPr>
          </a:lstStyle>
          <a:p>
            <a:pPr algn="ctr">
              <a:defRPr sz="1350" b="0">
                <a:solidFill>
                  <a:srgbClr val="536078"/>
                </a:solidFill>
              </a:defRPr>
            </a:pPr>
            <a:r>
              <a:rPr sz="1350" b="0">
                <a:solidFill>
                  <a:srgbClr val="536078"/>
                </a:solidFill>
              </a:rPr>
              <a:t>协变量：对应前测得分、材料顺序    程序控制：材料、任务、时长、基础工具及评分条件一致</a:t>
            </a:r>
            <a:endParaRPr sz="1350" b="0">
              <a:solidFill>
                <a:srgbClr val="536078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42950" y="5886450"/>
            <a:ext cx="10668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0">
                <a:solidFill>
                  <a:srgbClr val="536078"/>
                </a:solidFill>
              </a:defRPr>
            </a:defPPr>
            <a:lvl1pPr algn="l">
              <a:defRPr sz="1275" b="0">
                <a:solidFill>
                  <a:srgbClr val="536078"/>
                </a:solidFill>
              </a:defRPr>
            </a:lvl1pPr>
            <a:lvl2pPr algn="l">
              <a:defRPr sz="1275" b="0">
                <a:solidFill>
                  <a:srgbClr val="536078"/>
                </a:solidFill>
              </a:defRPr>
            </a:lvl2pPr>
            <a:lvl3pPr algn="l">
              <a:defRPr sz="1275" b="0">
                <a:solidFill>
                  <a:srgbClr val="536078"/>
                </a:solidFill>
              </a:defRPr>
            </a:lvl3pPr>
            <a:lvl4pPr algn="l">
              <a:defRPr sz="1275" b="0">
                <a:solidFill>
                  <a:srgbClr val="536078"/>
                </a:solidFill>
              </a:defRPr>
            </a:lvl4pPr>
            <a:lvl5pPr algn="l">
              <a:defRPr sz="1275" b="0">
                <a:solidFill>
                  <a:srgbClr val="536078"/>
                </a:solidFill>
              </a:defRPr>
            </a:lvl5pPr>
            <a:lvl6pPr algn="l">
              <a:defRPr sz="1275" b="0">
                <a:solidFill>
                  <a:srgbClr val="536078"/>
                </a:solidFill>
              </a:defRPr>
            </a:lvl6pPr>
            <a:lvl7pPr algn="l">
              <a:defRPr sz="1275" b="0">
                <a:solidFill>
                  <a:srgbClr val="536078"/>
                </a:solidFill>
              </a:defRPr>
            </a:lvl7pPr>
            <a:lvl8pPr algn="l">
              <a:defRPr sz="1275" b="0">
                <a:solidFill>
                  <a:srgbClr val="536078"/>
                </a:solidFill>
              </a:defRPr>
            </a:lvl8pPr>
            <a:lvl9pPr algn="l">
              <a:defRPr sz="1275" b="0">
                <a:solidFill>
                  <a:srgbClr val="536078"/>
                </a:solidFill>
              </a:defRPr>
            </a:lvl9pPr>
          </a:lstStyle>
          <a:p>
            <a:pPr algn="l">
              <a:defRPr sz="1275" b="0">
                <a:solidFill>
                  <a:srgbClr val="536078"/>
                </a:solidFill>
              </a:defRPr>
            </a:pPr>
            <a:r>
              <a:rPr sz="1275" b="0">
                <a:solidFill>
                  <a:srgbClr val="536078"/>
                </a:solidFill>
              </a:rPr>
              <a:t>理论依据：Chi (2000); Chi et al. (1994). CCTDI：Insight Assessment (n.d.).</a:t>
            </a:r>
            <a:endParaRPr sz="1275" b="0">
              <a:solidFill>
                <a:srgbClr val="53607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研究内容与目的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buNone/>
              <a:defRPr sz="2475" b="1">
                <a:solidFill>
                  <a:srgbClr val="344778"/>
                </a:solidFill>
              </a:defRPr>
            </a:lvl1pPr>
            <a:lvl2pPr>
              <a:buNone/>
              <a:defRPr sz="2475" b="1">
                <a:solidFill>
                  <a:srgbClr val="344778"/>
                </a:solidFill>
              </a:defRPr>
            </a:lvl2pPr>
            <a:lvl3pPr>
              <a:buNone/>
              <a:defRPr sz="2475" b="1">
                <a:solidFill>
                  <a:srgbClr val="344778"/>
                </a:solidFill>
              </a:defRPr>
            </a:lvl3pPr>
            <a:lvl4pPr>
              <a:buNone/>
              <a:defRPr sz="2475" b="1">
                <a:solidFill>
                  <a:srgbClr val="344778"/>
                </a:solidFill>
              </a:defRPr>
            </a:lvl4pPr>
            <a:lvl5pPr>
              <a:buNone/>
              <a:defRPr sz="2475" b="1">
                <a:solidFill>
                  <a:srgbClr val="344778"/>
                </a:solidFill>
              </a:defRPr>
            </a:lvl5pPr>
            <a:lvl6pPr>
              <a:buNone/>
              <a:defRPr sz="2475" b="1">
                <a:solidFill>
                  <a:srgbClr val="344778"/>
                </a:solidFill>
              </a:defRPr>
            </a:lvl6pPr>
            <a:lvl7pPr>
              <a:buNone/>
              <a:defRPr sz="2475" b="1">
                <a:solidFill>
                  <a:srgbClr val="344778"/>
                </a:solidFill>
              </a:defRPr>
            </a:lvl7pPr>
            <a:lvl8pPr>
              <a:buNone/>
              <a:defRPr sz="2475" b="1">
                <a:solidFill>
                  <a:srgbClr val="344778"/>
                </a:solidFill>
              </a:defRPr>
            </a:lvl8pPr>
            <a:lvl9pPr>
              <a:buNone/>
              <a:defRPr sz="24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因变量的定义与测量任务</a:t>
            </a:r>
            <a:endParaRPr sz="2475" b="1">
              <a:solidFill>
                <a:srgbClr val="344778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2000" y="214312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主要与次要因变量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31540" y="1999615"/>
            <a:ext cx="7905750" cy="113411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1">
                <a:solidFill>
                  <a:srgbClr val="202C43"/>
                </a:solidFill>
                <a:latin typeface="Arial" panose="020B0604020202090204" pitchFamily="34" charset="0"/>
              </a:rPr>
              <a:t>主要因变量</a:t>
            </a:r>
            <a:r>
              <a:rPr lang="en-US" sz="1800" b="1">
                <a:solidFill>
                  <a:srgbClr val="202C43"/>
                </a:solidFill>
                <a:latin typeface="Arial" panose="020B0604020202090204" pitchFamily="34" charset="0"/>
              </a:rPr>
              <a:t>-</a:t>
            </a:r>
            <a:r>
              <a:rPr sz="1800" b="1" u="sng">
                <a:solidFill>
                  <a:srgbClr val="202C43"/>
                </a:solidFill>
                <a:latin typeface="Arial" panose="020B0604020202090204" pitchFamily="34" charset="0"/>
              </a:rPr>
              <a:t>文献批判性评价表现</a:t>
            </a:r>
            <a:r>
              <a:rPr sz="1800" b="0">
                <a:solidFill>
                  <a:srgbClr val="202C43"/>
                </a:solidFill>
              </a:rPr>
              <a:t>：</a:t>
            </a:r>
            <a:r>
              <a:rPr lang="zh-CN" sz="1800" b="0">
                <a:solidFill>
                  <a:srgbClr val="202C43"/>
                </a:solidFill>
              </a:rPr>
              <a:t>指标包括</a:t>
            </a:r>
            <a:r>
              <a:rPr lang="zh-CN" sz="1800" b="1" u="sng">
                <a:solidFill>
                  <a:srgbClr val="202C43"/>
                </a:solidFill>
                <a:latin typeface="Arial" panose="020B0604020202090204" pitchFamily="34" charset="0"/>
              </a:rPr>
              <a:t>缺陷识别准确率</a:t>
            </a:r>
            <a:r>
              <a:rPr lang="zh-CN" sz="1800" b="0">
                <a:solidFill>
                  <a:srgbClr val="202C43"/>
                </a:solidFill>
              </a:rPr>
              <a:t>和</a:t>
            </a:r>
            <a:r>
              <a:rPr lang="zh-CN" sz="1800" b="1" u="sng">
                <a:solidFill>
                  <a:srgbClr val="202C43"/>
                </a:solidFill>
                <a:latin typeface="Arial" panose="020B0604020202090204" pitchFamily="34" charset="0"/>
              </a:rPr>
              <a:t>平均解释质量</a:t>
            </a:r>
            <a:r>
              <a:rPr lang="zh-CN" sz="1800" b="0">
                <a:solidFill>
                  <a:srgbClr val="202C43"/>
                </a:solidFill>
              </a:rPr>
              <a:t>。</a:t>
            </a:r>
            <a:endParaRPr lang="zh-CN" sz="1800" b="0">
              <a:solidFill>
                <a:srgbClr val="202C43"/>
              </a:solidFill>
            </a:endParaRPr>
          </a:p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lang="zh-CN" sz="1800" b="0">
                <a:solidFill>
                  <a:srgbClr val="202C43"/>
                </a:solidFill>
              </a:rPr>
              <a:t>考查学生</a:t>
            </a:r>
            <a:r>
              <a:rPr sz="1800" b="0">
                <a:solidFill>
                  <a:srgbClr val="202C43"/>
                </a:solidFill>
              </a:rPr>
              <a:t>能否识别有效研究缺陷，并结合原文依据作出成立的解释。</a:t>
            </a:r>
            <a:endParaRPr sz="1800" b="0">
              <a:solidFill>
                <a:srgbClr val="202C43"/>
              </a:solidFill>
            </a:endParaRPr>
          </a:p>
          <a:p>
            <a:pPr>
              <a:buNone/>
              <a:defRPr sz="1800" b="0">
                <a:solidFill>
                  <a:srgbClr val="202C43"/>
                </a:solidFill>
              </a:defRPr>
            </a:pPr>
            <a:endParaRPr sz="1800" b="0">
              <a:solidFill>
                <a:srgbClr val="202C43"/>
              </a:solidFill>
            </a:endParaRPr>
          </a:p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1">
                <a:solidFill>
                  <a:srgbClr val="202C43"/>
                </a:solidFill>
                <a:latin typeface="Arial" panose="020B0604020202090204" pitchFamily="34" charset="0"/>
              </a:rPr>
              <a:t>次要因变量</a:t>
            </a:r>
            <a:r>
              <a:rPr lang="en-US" sz="1800" b="1">
                <a:solidFill>
                  <a:srgbClr val="202C43"/>
                </a:solidFill>
                <a:latin typeface="Arial" panose="020B0604020202090204" pitchFamily="34" charset="0"/>
              </a:rPr>
              <a:t>-</a:t>
            </a:r>
            <a:r>
              <a:rPr sz="1800" b="1" u="sng">
                <a:solidFill>
                  <a:srgbClr val="202C43"/>
                </a:solidFill>
                <a:latin typeface="Arial" panose="020B0604020202090204" pitchFamily="34" charset="0"/>
              </a:rPr>
              <a:t>论文内容概括表现</a:t>
            </a:r>
            <a:r>
              <a:rPr sz="1800" b="0">
                <a:solidFill>
                  <a:srgbClr val="202C43"/>
                </a:solidFill>
              </a:rPr>
              <a:t>：能否准确把握研究主线及各部分关系。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2000" y="3333750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前后测作答任务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476625" y="3396615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独立阅读一篇模拟研究，先概括研究问题、方法、结果和结论，再指出认为成立的缺陷，结合具体信息解释其影响。可反复查看当前文章；禁止使用AI及训练记录。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2000" y="452437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材料与评价来源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476625" y="4524375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选用APA出版的Meltzoff和Cooper（2018）模拟研究及配套评析。根据评析和方法学原则拟定缺陷清单与评分标准，经专家审查和预实验试评，形成统一评分手册。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5886450"/>
            <a:ext cx="10668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315" b="0">
                <a:solidFill>
                  <a:srgbClr val="536078"/>
                </a:solidFill>
              </a:defRPr>
            </a:defPPr>
            <a:lvl1pPr>
              <a:buNone/>
              <a:defRPr sz="1315" b="0">
                <a:solidFill>
                  <a:srgbClr val="536078"/>
                </a:solidFill>
              </a:defRPr>
            </a:lvl1pPr>
            <a:lvl2pPr>
              <a:buNone/>
              <a:defRPr sz="1315" b="0">
                <a:solidFill>
                  <a:srgbClr val="536078"/>
                </a:solidFill>
              </a:defRPr>
            </a:lvl2pPr>
            <a:lvl3pPr>
              <a:buNone/>
              <a:defRPr sz="1315" b="0">
                <a:solidFill>
                  <a:srgbClr val="536078"/>
                </a:solidFill>
              </a:defRPr>
            </a:lvl3pPr>
            <a:lvl4pPr>
              <a:buNone/>
              <a:defRPr sz="1315" b="0">
                <a:solidFill>
                  <a:srgbClr val="536078"/>
                </a:solidFill>
              </a:defRPr>
            </a:lvl4pPr>
            <a:lvl5pPr>
              <a:buNone/>
              <a:defRPr sz="1315" b="0">
                <a:solidFill>
                  <a:srgbClr val="536078"/>
                </a:solidFill>
              </a:defRPr>
            </a:lvl5pPr>
            <a:lvl6pPr>
              <a:buNone/>
              <a:defRPr sz="1315" b="0">
                <a:solidFill>
                  <a:srgbClr val="536078"/>
                </a:solidFill>
              </a:defRPr>
            </a:lvl6pPr>
            <a:lvl7pPr>
              <a:buNone/>
              <a:defRPr sz="1315" b="0">
                <a:solidFill>
                  <a:srgbClr val="536078"/>
                </a:solidFill>
              </a:defRPr>
            </a:lvl7pPr>
            <a:lvl8pPr>
              <a:buNone/>
              <a:defRPr sz="1315" b="0">
                <a:solidFill>
                  <a:srgbClr val="536078"/>
                </a:solidFill>
              </a:defRPr>
            </a:lvl8pPr>
            <a:lvl9pPr>
              <a:buNone/>
              <a:defRPr sz="1315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315" b="0">
                <a:solidFill>
                  <a:srgbClr val="536078"/>
                </a:solidFill>
              </a:defRPr>
            </a:pPr>
            <a:r>
              <a:rPr sz="1315" b="0">
                <a:solidFill>
                  <a:srgbClr val="536078"/>
                </a:solidFill>
              </a:rPr>
              <a:t>Sternberg &amp; Sternberg (2017); Meltzoff &amp; Cooper (2018); Yuan et al. (2023).</a:t>
            </a:r>
            <a:endParaRPr sz="1315" b="0">
              <a:solidFill>
                <a:srgbClr val="53607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研究内容与目的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buNone/>
              <a:defRPr sz="2475" b="1">
                <a:solidFill>
                  <a:srgbClr val="344778"/>
                </a:solidFill>
              </a:defRPr>
            </a:lvl1pPr>
            <a:lvl2pPr>
              <a:buNone/>
              <a:defRPr sz="2475" b="1">
                <a:solidFill>
                  <a:srgbClr val="344778"/>
                </a:solidFill>
              </a:defRPr>
            </a:lvl2pPr>
            <a:lvl3pPr>
              <a:buNone/>
              <a:defRPr sz="2475" b="1">
                <a:solidFill>
                  <a:srgbClr val="344778"/>
                </a:solidFill>
              </a:defRPr>
            </a:lvl3pPr>
            <a:lvl4pPr>
              <a:buNone/>
              <a:defRPr sz="2475" b="1">
                <a:solidFill>
                  <a:srgbClr val="344778"/>
                </a:solidFill>
              </a:defRPr>
            </a:lvl4pPr>
            <a:lvl5pPr>
              <a:buNone/>
              <a:defRPr sz="2475" b="1">
                <a:solidFill>
                  <a:srgbClr val="344778"/>
                </a:solidFill>
              </a:defRPr>
            </a:lvl5pPr>
            <a:lvl6pPr>
              <a:buNone/>
              <a:defRPr sz="2475" b="1">
                <a:solidFill>
                  <a:srgbClr val="344778"/>
                </a:solidFill>
              </a:defRPr>
            </a:lvl6pPr>
            <a:lvl7pPr>
              <a:buNone/>
              <a:defRPr sz="2475" b="1">
                <a:solidFill>
                  <a:srgbClr val="344778"/>
                </a:solidFill>
              </a:defRPr>
            </a:lvl7pPr>
            <a:lvl8pPr>
              <a:buNone/>
              <a:defRPr sz="2475" b="1">
                <a:solidFill>
                  <a:srgbClr val="344778"/>
                </a:solidFill>
              </a:defRPr>
            </a:lvl8pPr>
            <a:lvl9pPr>
              <a:buNone/>
              <a:defRPr sz="24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因变量测量：分别评价发现范围、理由与准确性</a:t>
            </a:r>
            <a:endParaRPr sz="2475" b="1">
              <a:solidFill>
                <a:srgbClr val="344778"/>
              </a:solidFill>
            </a:endParaRPr>
          </a:p>
        </p:txBody>
      </p:sp>
      <p:graphicFrame>
        <p:nvGraphicFramePr>
          <p:cNvPr id="23" name="表格 22"/>
          <p:cNvGraphicFramePr/>
          <p:nvPr/>
        </p:nvGraphicFramePr>
        <p:xfrm>
          <a:off x="723900" y="2095500"/>
          <a:ext cx="10744200" cy="3476625"/>
        </p:xfrm>
        <a:graphic>
          <a:graphicData uri="http://schemas.openxmlformats.org/drawingml/2006/table">
            <a:tbl>
              <a:tblPr/>
              <a:tblGrid>
                <a:gridCol w="2571750"/>
                <a:gridCol w="6572250"/>
                <a:gridCol w="1600200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指标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计算与评价内容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用途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缺陷识别击中率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有效缺陷数 ÷ 材料预设有效缺陷总数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同一问题重复表达合并，只计具体且成立的缺陷。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主要指标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平均解释质量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各有效缺陷解释分之和 ÷ 有效缺陷数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逐项评0—3分，考察依据和推理是否充分。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主要指标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缺陷识别精确率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有效缺陷数 ÷ 提出的不同缺陷总数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反映批评中成立的比例，补充判断是否存在乱答。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补充指标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论文内容概括表现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整体评0—3分，从主线错误或缺失到准确完整。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检查研究问题、方法、结果、结论及其关系。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次要因变量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矩形 23"/>
          <p:cNvSpPr>
            <a:spLocks noGrp="1"/>
          </p:cNvSpPr>
          <p:nvPr/>
        </p:nvSpPr>
        <p:spPr>
          <a:xfrm>
            <a:off x="742950" y="5648325"/>
            <a:ext cx="106680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240" b="0">
                <a:solidFill>
                  <a:srgbClr val="536078"/>
                </a:solidFill>
              </a:defRPr>
            </a:defPPr>
            <a:lvl1pPr>
              <a:buNone/>
              <a:defRPr sz="1240" b="0">
                <a:solidFill>
                  <a:srgbClr val="536078"/>
                </a:solidFill>
              </a:defRPr>
            </a:lvl1pPr>
            <a:lvl2pPr>
              <a:buNone/>
              <a:defRPr sz="1240" b="0">
                <a:solidFill>
                  <a:srgbClr val="536078"/>
                </a:solidFill>
              </a:defRPr>
            </a:lvl2pPr>
            <a:lvl3pPr>
              <a:buNone/>
              <a:defRPr sz="1240" b="0">
                <a:solidFill>
                  <a:srgbClr val="536078"/>
                </a:solidFill>
              </a:defRPr>
            </a:lvl3pPr>
            <a:lvl4pPr>
              <a:buNone/>
              <a:defRPr sz="1240" b="0">
                <a:solidFill>
                  <a:srgbClr val="536078"/>
                </a:solidFill>
              </a:defRPr>
            </a:lvl4pPr>
            <a:lvl5pPr>
              <a:buNone/>
              <a:defRPr sz="1240" b="0">
                <a:solidFill>
                  <a:srgbClr val="536078"/>
                </a:solidFill>
              </a:defRPr>
            </a:lvl5pPr>
            <a:lvl6pPr>
              <a:buNone/>
              <a:defRPr sz="1240" b="0">
                <a:solidFill>
                  <a:srgbClr val="536078"/>
                </a:solidFill>
              </a:defRPr>
            </a:lvl6pPr>
            <a:lvl7pPr>
              <a:buNone/>
              <a:defRPr sz="1240" b="0">
                <a:solidFill>
                  <a:srgbClr val="536078"/>
                </a:solidFill>
              </a:defRPr>
            </a:lvl7pPr>
            <a:lvl8pPr>
              <a:buNone/>
              <a:defRPr sz="1240" b="0">
                <a:solidFill>
                  <a:srgbClr val="536078"/>
                </a:solidFill>
              </a:defRPr>
            </a:lvl8pPr>
            <a:lvl9pPr>
              <a:buNone/>
              <a:defRPr sz="1240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240" b="0">
                <a:solidFill>
                  <a:srgbClr val="536078"/>
                </a:solidFill>
              </a:defRPr>
            </a:pPr>
            <a:r>
              <a:rPr sz="1240" b="0">
                <a:solidFill>
                  <a:srgbClr val="536078"/>
                </a:solidFill>
              </a:rPr>
              <a:t>保留有效与所提缺陷的实际数量。零有效缺陷的解释质量记0；未提出缺陷时精确率单独记录。</a:t>
            </a:r>
            <a:endParaRPr sz="1240" b="0">
              <a:solidFill>
                <a:srgbClr val="536078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42950" y="5886450"/>
            <a:ext cx="10668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315" b="0">
                <a:solidFill>
                  <a:srgbClr val="536078"/>
                </a:solidFill>
              </a:defRPr>
            </a:defPPr>
            <a:lvl1pPr>
              <a:buNone/>
              <a:defRPr sz="1315" b="0">
                <a:solidFill>
                  <a:srgbClr val="536078"/>
                </a:solidFill>
              </a:defRPr>
            </a:lvl1pPr>
            <a:lvl2pPr>
              <a:buNone/>
              <a:defRPr sz="1315" b="0">
                <a:solidFill>
                  <a:srgbClr val="536078"/>
                </a:solidFill>
              </a:defRPr>
            </a:lvl2pPr>
            <a:lvl3pPr>
              <a:buNone/>
              <a:defRPr sz="1315" b="0">
                <a:solidFill>
                  <a:srgbClr val="536078"/>
                </a:solidFill>
              </a:defRPr>
            </a:lvl3pPr>
            <a:lvl4pPr>
              <a:buNone/>
              <a:defRPr sz="1315" b="0">
                <a:solidFill>
                  <a:srgbClr val="536078"/>
                </a:solidFill>
              </a:defRPr>
            </a:lvl4pPr>
            <a:lvl5pPr>
              <a:buNone/>
              <a:defRPr sz="1315" b="0">
                <a:solidFill>
                  <a:srgbClr val="536078"/>
                </a:solidFill>
              </a:defRPr>
            </a:lvl5pPr>
            <a:lvl6pPr>
              <a:buNone/>
              <a:defRPr sz="1315" b="0">
                <a:solidFill>
                  <a:srgbClr val="536078"/>
                </a:solidFill>
              </a:defRPr>
            </a:lvl6pPr>
            <a:lvl7pPr>
              <a:buNone/>
              <a:defRPr sz="1315" b="0">
                <a:solidFill>
                  <a:srgbClr val="536078"/>
                </a:solidFill>
              </a:defRPr>
            </a:lvl7pPr>
            <a:lvl8pPr>
              <a:buNone/>
              <a:defRPr sz="1315" b="0">
                <a:solidFill>
                  <a:srgbClr val="536078"/>
                </a:solidFill>
              </a:defRPr>
            </a:lvl8pPr>
            <a:lvl9pPr>
              <a:buNone/>
              <a:defRPr sz="1315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315" b="0">
                <a:solidFill>
                  <a:srgbClr val="536078"/>
                </a:solidFill>
              </a:defRPr>
            </a:pPr>
            <a:r>
              <a:rPr sz="1315" b="0">
                <a:solidFill>
                  <a:srgbClr val="536078"/>
                </a:solidFill>
              </a:rPr>
              <a:t>Meltzoff &amp; Cooper (2018); Yuan et al. (2023); Timmerman et al. (2011).</a:t>
            </a:r>
            <a:endParaRPr sz="1315" b="0">
              <a:solidFill>
                <a:srgbClr val="536078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研究内容与目的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buNone/>
              <a:defRPr sz="2475" b="1">
                <a:solidFill>
                  <a:srgbClr val="344778"/>
                </a:solidFill>
              </a:defRPr>
            </a:lvl1pPr>
            <a:lvl2pPr>
              <a:buNone/>
              <a:defRPr sz="2475" b="1">
                <a:solidFill>
                  <a:srgbClr val="344778"/>
                </a:solidFill>
              </a:defRPr>
            </a:lvl2pPr>
            <a:lvl3pPr>
              <a:buNone/>
              <a:defRPr sz="2475" b="1">
                <a:solidFill>
                  <a:srgbClr val="344778"/>
                </a:solidFill>
              </a:defRPr>
            </a:lvl3pPr>
            <a:lvl4pPr>
              <a:buNone/>
              <a:defRPr sz="2475" b="1">
                <a:solidFill>
                  <a:srgbClr val="344778"/>
                </a:solidFill>
              </a:defRPr>
            </a:lvl4pPr>
            <a:lvl5pPr>
              <a:buNone/>
              <a:defRPr sz="2475" b="1">
                <a:solidFill>
                  <a:srgbClr val="344778"/>
                </a:solidFill>
              </a:defRPr>
            </a:lvl5pPr>
            <a:lvl6pPr>
              <a:buNone/>
              <a:defRPr sz="2475" b="1">
                <a:solidFill>
                  <a:srgbClr val="344778"/>
                </a:solidFill>
              </a:defRPr>
            </a:lvl6pPr>
            <a:lvl7pPr>
              <a:buNone/>
              <a:defRPr sz="2475" b="1">
                <a:solidFill>
                  <a:srgbClr val="344778"/>
                </a:solidFill>
              </a:defRPr>
            </a:lvl7pPr>
            <a:lvl8pPr>
              <a:buNone/>
              <a:defRPr sz="2475" b="1">
                <a:solidFill>
                  <a:srgbClr val="344778"/>
                </a:solidFill>
              </a:defRPr>
            </a:lvl8pPr>
            <a:lvl9pPr>
              <a:buNone/>
              <a:defRPr sz="24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解释质量评分：评价依据与推理，不按回答长度计分</a:t>
            </a:r>
            <a:endParaRPr sz="2475" b="1">
              <a:solidFill>
                <a:srgbClr val="344778"/>
              </a:solidFill>
            </a:endParaRPr>
          </a:p>
        </p:txBody>
      </p:sp>
      <p:graphicFrame>
        <p:nvGraphicFramePr>
          <p:cNvPr id="23" name="表格 22"/>
          <p:cNvGraphicFramePr/>
          <p:nvPr/>
        </p:nvGraphicFramePr>
        <p:xfrm>
          <a:off x="723900" y="2095500"/>
          <a:ext cx="10744200" cy="3476625"/>
        </p:xfrm>
        <a:graphic>
          <a:graphicData uri="http://schemas.openxmlformats.org/drawingml/2006/table">
            <a:tbl>
              <a:tblPr/>
              <a:tblGrid>
                <a:gridCol w="857250"/>
                <a:gridCol w="4762500"/>
                <a:gridCol w="5124450"/>
              </a:tblGrid>
              <a:tr h="6953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得分</a:t>
                      </a:r>
                      <a:endParaRPr sz="1650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判定标准</a:t>
                      </a:r>
                      <a:endParaRPr sz="1650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自愿参加培训的示例</a:t>
                      </a:r>
                      <a:endParaRPr sz="1650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0分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仅贴标签或断言，未形成有效解释；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或有关键事实、原则或推理错误。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“没有随机分组。”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指出问题，但未说明如何影响结论。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1分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有相关且可成立的理由，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但证据不具体或推理有明显缺口。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“报名者可能原本更积极。”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提出差异，但尚未连接到研究结果。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2分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主要信息基本准确、推理成立，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仍有关键依据或某一联系需补充。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“动机也影响成绩，差异未必来自培训。”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已有替代解释，但具体依据尚未展开。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3分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将具体做法、适用原则和推断后果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连接成连贯推理，无关键缺口。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结合原文说明动机如何影响成绩，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并指出现有设计不能单独确定培训效果。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矩形 23"/>
          <p:cNvSpPr>
            <a:spLocks noGrp="1"/>
          </p:cNvSpPr>
          <p:nvPr/>
        </p:nvSpPr>
        <p:spPr>
          <a:xfrm>
            <a:off x="742950" y="5648325"/>
            <a:ext cx="106680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240" b="0">
                <a:solidFill>
                  <a:srgbClr val="536078"/>
                </a:solidFill>
              </a:defRPr>
            </a:defPPr>
            <a:lvl1pPr>
              <a:buNone/>
              <a:defRPr sz="1240" b="0">
                <a:solidFill>
                  <a:srgbClr val="536078"/>
                </a:solidFill>
              </a:defRPr>
            </a:lvl1pPr>
            <a:lvl2pPr>
              <a:buNone/>
              <a:defRPr sz="1240" b="0">
                <a:solidFill>
                  <a:srgbClr val="536078"/>
                </a:solidFill>
              </a:defRPr>
            </a:lvl2pPr>
            <a:lvl3pPr>
              <a:buNone/>
              <a:defRPr sz="1240" b="0">
                <a:solidFill>
                  <a:srgbClr val="536078"/>
                </a:solidFill>
              </a:defRPr>
            </a:lvl3pPr>
            <a:lvl4pPr>
              <a:buNone/>
              <a:defRPr sz="1240" b="0">
                <a:solidFill>
                  <a:srgbClr val="536078"/>
                </a:solidFill>
              </a:defRPr>
            </a:lvl4pPr>
            <a:lvl5pPr>
              <a:buNone/>
              <a:defRPr sz="1240" b="0">
                <a:solidFill>
                  <a:srgbClr val="536078"/>
                </a:solidFill>
              </a:defRPr>
            </a:lvl5pPr>
            <a:lvl6pPr>
              <a:buNone/>
              <a:defRPr sz="1240" b="0">
                <a:solidFill>
                  <a:srgbClr val="536078"/>
                </a:solidFill>
              </a:defRPr>
            </a:lvl6pPr>
            <a:lvl7pPr>
              <a:buNone/>
              <a:defRPr sz="1240" b="0">
                <a:solidFill>
                  <a:srgbClr val="536078"/>
                </a:solidFill>
              </a:defRPr>
            </a:lvl7pPr>
            <a:lvl8pPr>
              <a:buNone/>
              <a:defRPr sz="1240" b="0">
                <a:solidFill>
                  <a:srgbClr val="536078"/>
                </a:solidFill>
              </a:defRPr>
            </a:lvl8pPr>
            <a:lvl9pPr>
              <a:buNone/>
              <a:defRPr sz="1240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240" b="0">
                <a:solidFill>
                  <a:srgbClr val="536078"/>
                </a:solidFill>
              </a:defRPr>
            </a:pPr>
            <a:r>
              <a:rPr sz="1240" b="0">
                <a:solidFill>
                  <a:srgbClr val="536078"/>
                </a:solidFill>
              </a:rPr>
              <a:t>专家核定分档后，四位评分者独立盲评；质量分取四人均值，报告评分一致性。</a:t>
            </a:r>
            <a:endParaRPr sz="1240" b="0">
              <a:solidFill>
                <a:srgbClr val="536078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42950" y="5886450"/>
            <a:ext cx="10668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315" b="0">
                <a:solidFill>
                  <a:srgbClr val="536078"/>
                </a:solidFill>
              </a:defRPr>
            </a:defPPr>
            <a:lvl1pPr>
              <a:buNone/>
              <a:defRPr sz="1315" b="0">
                <a:solidFill>
                  <a:srgbClr val="536078"/>
                </a:solidFill>
              </a:defRPr>
            </a:lvl1pPr>
            <a:lvl2pPr>
              <a:buNone/>
              <a:defRPr sz="1315" b="0">
                <a:solidFill>
                  <a:srgbClr val="536078"/>
                </a:solidFill>
              </a:defRPr>
            </a:lvl2pPr>
            <a:lvl3pPr>
              <a:buNone/>
              <a:defRPr sz="1315" b="0">
                <a:solidFill>
                  <a:srgbClr val="536078"/>
                </a:solidFill>
              </a:defRPr>
            </a:lvl3pPr>
            <a:lvl4pPr>
              <a:buNone/>
              <a:defRPr sz="1315" b="0">
                <a:solidFill>
                  <a:srgbClr val="536078"/>
                </a:solidFill>
              </a:defRPr>
            </a:lvl4pPr>
            <a:lvl5pPr>
              <a:buNone/>
              <a:defRPr sz="1315" b="0">
                <a:solidFill>
                  <a:srgbClr val="536078"/>
                </a:solidFill>
              </a:defRPr>
            </a:lvl5pPr>
            <a:lvl6pPr>
              <a:buNone/>
              <a:defRPr sz="1315" b="0">
                <a:solidFill>
                  <a:srgbClr val="536078"/>
                </a:solidFill>
              </a:defRPr>
            </a:lvl6pPr>
            <a:lvl7pPr>
              <a:buNone/>
              <a:defRPr sz="1315" b="0">
                <a:solidFill>
                  <a:srgbClr val="536078"/>
                </a:solidFill>
              </a:defRPr>
            </a:lvl7pPr>
            <a:lvl8pPr>
              <a:buNone/>
              <a:defRPr sz="1315" b="0">
                <a:solidFill>
                  <a:srgbClr val="536078"/>
                </a:solidFill>
              </a:defRPr>
            </a:lvl8pPr>
            <a:lvl9pPr>
              <a:buNone/>
              <a:defRPr sz="1315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315" b="0">
                <a:solidFill>
                  <a:srgbClr val="536078"/>
                </a:solidFill>
              </a:defRPr>
            </a:pPr>
            <a:r>
              <a:rPr sz="1315" b="0">
                <a:solidFill>
                  <a:srgbClr val="536078"/>
                </a:solidFill>
              </a:rPr>
              <a:t>评分参照：Meltzoff &amp; Cooper (2018); Timmerman et al. (2011). 具体分档为本研究拟定。</a:t>
            </a:r>
            <a:endParaRPr sz="1315" b="0">
              <a:solidFill>
                <a:srgbClr val="536078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研究内容与目的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buNone/>
              <a:defRPr sz="2475" b="1">
                <a:solidFill>
                  <a:srgbClr val="344778"/>
                </a:solidFill>
              </a:defRPr>
            </a:lvl1pPr>
            <a:lvl2pPr>
              <a:buNone/>
              <a:defRPr sz="2475" b="1">
                <a:solidFill>
                  <a:srgbClr val="344778"/>
                </a:solidFill>
              </a:defRPr>
            </a:lvl2pPr>
            <a:lvl3pPr>
              <a:buNone/>
              <a:defRPr sz="2475" b="1">
                <a:solidFill>
                  <a:srgbClr val="344778"/>
                </a:solidFill>
              </a:defRPr>
            </a:lvl3pPr>
            <a:lvl4pPr>
              <a:buNone/>
              <a:defRPr sz="2475" b="1">
                <a:solidFill>
                  <a:srgbClr val="344778"/>
                </a:solidFill>
              </a:defRPr>
            </a:lvl4pPr>
            <a:lvl5pPr>
              <a:buNone/>
              <a:defRPr sz="2475" b="1">
                <a:solidFill>
                  <a:srgbClr val="344778"/>
                </a:solidFill>
              </a:defRPr>
            </a:lvl5pPr>
            <a:lvl6pPr>
              <a:buNone/>
              <a:defRPr sz="2475" b="1">
                <a:solidFill>
                  <a:srgbClr val="344778"/>
                </a:solidFill>
              </a:defRPr>
            </a:lvl6pPr>
            <a:lvl7pPr>
              <a:buNone/>
              <a:defRPr sz="2475" b="1">
                <a:solidFill>
                  <a:srgbClr val="344778"/>
                </a:solidFill>
              </a:defRPr>
            </a:lvl7pPr>
            <a:lvl8pPr>
              <a:buNone/>
              <a:defRPr sz="2475" b="1">
                <a:solidFill>
                  <a:srgbClr val="344778"/>
                </a:solidFill>
              </a:defRPr>
            </a:lvl8pPr>
            <a:lvl9pPr>
              <a:buNone/>
              <a:defRPr sz="24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自变量与分组：一个组间因素，三个训练水平</a:t>
            </a:r>
            <a:endParaRPr sz="2475" b="1">
              <a:solidFill>
                <a:srgbClr val="344778"/>
              </a:solidFill>
            </a:endParaRPr>
          </a:p>
        </p:txBody>
      </p:sp>
      <p:graphicFrame>
        <p:nvGraphicFramePr>
          <p:cNvPr id="23" name="表格 22"/>
          <p:cNvGraphicFramePr/>
          <p:nvPr/>
        </p:nvGraphicFramePr>
        <p:xfrm>
          <a:off x="723900" y="2095500"/>
          <a:ext cx="10744200" cy="3238500"/>
        </p:xfrm>
        <a:graphic>
          <a:graphicData uri="http://schemas.openxmlformats.org/drawingml/2006/table">
            <a:tbl>
              <a:tblPr/>
              <a:tblGrid>
                <a:gridCol w="2762250"/>
                <a:gridCol w="4286250"/>
                <a:gridCol w="3695700"/>
              </a:tblGrid>
              <a:tr h="809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Agent辅助方式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训练阶段如何阅读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这一组用于回答什么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无AI独立阅读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使用原文、译文、标注与笔记工具，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独立回看、核对结论并记录判断和疑问。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提供独立研读的参照，判断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追问Agent是否带来额外训练收益。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通用Agent辅助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相同基础工具加AI讨论，可请求解释、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总结、答疑和分析，围绕论文自由交流。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作为一般AI支持的参照，判断追问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策略是否优于普通的解释和答疑。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苏格拉底式Agent辅助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相同模型与基础工具，持续追问证据、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理由和替代解释，根据回应调整提示。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通过让学生自己检验并完善判断，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考察持续追问能否改善独立评价。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矩形 24"/>
          <p:cNvSpPr>
            <a:spLocks noGrp="1"/>
          </p:cNvSpPr>
          <p:nvPr/>
        </p:nvSpPr>
        <p:spPr>
          <a:xfrm>
            <a:off x="723900" y="5589270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425" b="0">
                <a:solidFill>
                  <a:srgbClr val="536078"/>
                </a:solidFill>
              </a:defRPr>
            </a:defPPr>
            <a:lvl1pPr>
              <a:buNone/>
              <a:defRPr sz="1425" b="0">
                <a:solidFill>
                  <a:srgbClr val="536078"/>
                </a:solidFill>
              </a:defRPr>
            </a:lvl1pPr>
            <a:lvl2pPr>
              <a:buNone/>
              <a:defRPr sz="1425" b="0">
                <a:solidFill>
                  <a:srgbClr val="536078"/>
                </a:solidFill>
              </a:defRPr>
            </a:lvl2pPr>
            <a:lvl3pPr>
              <a:buNone/>
              <a:defRPr sz="1425" b="0">
                <a:solidFill>
                  <a:srgbClr val="536078"/>
                </a:solidFill>
              </a:defRPr>
            </a:lvl3pPr>
            <a:lvl4pPr>
              <a:buNone/>
              <a:defRPr sz="1425" b="0">
                <a:solidFill>
                  <a:srgbClr val="536078"/>
                </a:solidFill>
              </a:defRPr>
            </a:lvl4pPr>
            <a:lvl5pPr>
              <a:buNone/>
              <a:defRPr sz="1425" b="0">
                <a:solidFill>
                  <a:srgbClr val="536078"/>
                </a:solidFill>
              </a:defRPr>
            </a:lvl5pPr>
            <a:lvl6pPr>
              <a:buNone/>
              <a:defRPr sz="1425" b="0">
                <a:solidFill>
                  <a:srgbClr val="536078"/>
                </a:solidFill>
              </a:defRPr>
            </a:lvl6pPr>
            <a:lvl7pPr>
              <a:buNone/>
              <a:defRPr sz="1425" b="0">
                <a:solidFill>
                  <a:srgbClr val="536078"/>
                </a:solidFill>
              </a:defRPr>
            </a:lvl7pPr>
            <a:lvl8pPr>
              <a:buNone/>
              <a:defRPr sz="1425" b="0">
                <a:solidFill>
                  <a:srgbClr val="536078"/>
                </a:solidFill>
              </a:defRPr>
            </a:lvl8pPr>
            <a:lvl9pPr>
              <a:buNone/>
              <a:defRPr sz="1425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425" b="0">
                <a:solidFill>
                  <a:srgbClr val="536078"/>
                </a:solidFill>
              </a:defRPr>
            </a:pPr>
            <a:r>
              <a:rPr sz="1425" b="0">
                <a:solidFill>
                  <a:srgbClr val="536078"/>
                </a:solidFill>
              </a:rPr>
              <a:t>三组完成同一研读任务，均可记笔记；训练不要求固定题单或完整评价报告。</a:t>
            </a:r>
            <a:endParaRPr sz="1425" b="0">
              <a:solidFill>
                <a:srgbClr val="536078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研究内容与目的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buNone/>
              <a:defRPr sz="2475" b="1">
                <a:solidFill>
                  <a:srgbClr val="344778"/>
                </a:solidFill>
              </a:defRPr>
            </a:lvl1pPr>
            <a:lvl2pPr>
              <a:buNone/>
              <a:defRPr sz="2475" b="1">
                <a:solidFill>
                  <a:srgbClr val="344778"/>
                </a:solidFill>
              </a:defRPr>
            </a:lvl2pPr>
            <a:lvl3pPr>
              <a:buNone/>
              <a:defRPr sz="2475" b="1">
                <a:solidFill>
                  <a:srgbClr val="344778"/>
                </a:solidFill>
              </a:defRPr>
            </a:lvl3pPr>
            <a:lvl4pPr>
              <a:buNone/>
              <a:defRPr sz="2475" b="1">
                <a:solidFill>
                  <a:srgbClr val="344778"/>
                </a:solidFill>
              </a:defRPr>
            </a:lvl4pPr>
            <a:lvl5pPr>
              <a:buNone/>
              <a:defRPr sz="2475" b="1">
                <a:solidFill>
                  <a:srgbClr val="344778"/>
                </a:solidFill>
              </a:defRPr>
            </a:lvl5pPr>
            <a:lvl6pPr>
              <a:buNone/>
              <a:defRPr sz="2475" b="1">
                <a:solidFill>
                  <a:srgbClr val="344778"/>
                </a:solidFill>
              </a:defRPr>
            </a:lvl6pPr>
            <a:lvl7pPr>
              <a:buNone/>
              <a:defRPr sz="2475" b="1">
                <a:solidFill>
                  <a:srgbClr val="344778"/>
                </a:solidFill>
              </a:defRPr>
            </a:lvl7pPr>
            <a:lvl8pPr>
              <a:buNone/>
              <a:defRPr sz="2475" b="1">
                <a:solidFill>
                  <a:srgbClr val="344778"/>
                </a:solidFill>
              </a:defRPr>
            </a:lvl8pPr>
            <a:lvl9pPr>
              <a:buNone/>
              <a:defRPr sz="24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探索性调节变量：初始批判性思维倾向</a:t>
            </a:r>
            <a:endParaRPr sz="2475" b="1">
              <a:solidFill>
                <a:srgbClr val="344778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2000" y="214312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定义与测量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76625" y="2143125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指训练前主动寻求理由、考察证据并检查判断的倾向。</a:t>
            </a:r>
            <a:endParaRPr sz="1800" b="0">
              <a:solidFill>
                <a:srgbClr val="202C43"/>
              </a:solidFill>
            </a:endParaRPr>
          </a:p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使用正式授权的CCTDI，按手册施测计分；总分作为连续变量，七个维度用于描述。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2000" y="3333750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为什么可能产生调节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476625" y="3333750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较少自发检查理由的学生，可能更需要Agent主动追问；倾向较高的学生，在通用AI帮助或自主阅读中也可能主动进行这些活动。因此，训练收益可能存在个体差异。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2000" y="452437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怎样检验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476625" y="4524375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调整对应前测和材料顺序后，检验组别与CCTDI交互。重点考察苏格拉底组相对通用组的击中率与解释质量优势，是否随初始倾向变化。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5648325"/>
            <a:ext cx="106680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240" b="0">
                <a:solidFill>
                  <a:srgbClr val="536078"/>
                </a:solidFill>
              </a:defRPr>
            </a:defPPr>
            <a:lvl1pPr>
              <a:buNone/>
              <a:defRPr sz="1240" b="0">
                <a:solidFill>
                  <a:srgbClr val="536078"/>
                </a:solidFill>
              </a:defRPr>
            </a:lvl1pPr>
            <a:lvl2pPr>
              <a:buNone/>
              <a:defRPr sz="1240" b="0">
                <a:solidFill>
                  <a:srgbClr val="536078"/>
                </a:solidFill>
              </a:defRPr>
            </a:lvl2pPr>
            <a:lvl3pPr>
              <a:buNone/>
              <a:defRPr sz="1240" b="0">
                <a:solidFill>
                  <a:srgbClr val="536078"/>
                </a:solidFill>
              </a:defRPr>
            </a:lvl3pPr>
            <a:lvl4pPr>
              <a:buNone/>
              <a:defRPr sz="1240" b="0">
                <a:solidFill>
                  <a:srgbClr val="536078"/>
                </a:solidFill>
              </a:defRPr>
            </a:lvl4pPr>
            <a:lvl5pPr>
              <a:buNone/>
              <a:defRPr sz="1240" b="0">
                <a:solidFill>
                  <a:srgbClr val="536078"/>
                </a:solidFill>
              </a:defRPr>
            </a:lvl5pPr>
            <a:lvl6pPr>
              <a:buNone/>
              <a:defRPr sz="1240" b="0">
                <a:solidFill>
                  <a:srgbClr val="536078"/>
                </a:solidFill>
              </a:defRPr>
            </a:lvl6pPr>
            <a:lvl7pPr>
              <a:buNone/>
              <a:defRPr sz="1240" b="0">
                <a:solidFill>
                  <a:srgbClr val="536078"/>
                </a:solidFill>
              </a:defRPr>
            </a:lvl7pPr>
            <a:lvl8pPr>
              <a:buNone/>
              <a:defRPr sz="1240" b="0">
                <a:solidFill>
                  <a:srgbClr val="536078"/>
                </a:solidFill>
              </a:defRPr>
            </a:lvl8pPr>
            <a:lvl9pPr>
              <a:buNone/>
              <a:defRPr sz="1240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240" b="0">
                <a:solidFill>
                  <a:srgbClr val="536078"/>
                </a:solidFill>
              </a:defRPr>
            </a:pPr>
            <a:r>
              <a:rPr sz="1240" b="0">
                <a:solidFill>
                  <a:srgbClr val="536078"/>
                </a:solidFill>
              </a:rPr>
              <a:t>该变量用于探索哪些学生更可能</a:t>
            </a:r>
            <a:r>
              <a:rPr lang="zh-CN" sz="1240" b="0">
                <a:solidFill>
                  <a:srgbClr val="536078"/>
                </a:solidFill>
              </a:rPr>
              <a:t>从苏格拉底式阿根廷中</a:t>
            </a:r>
            <a:r>
              <a:rPr sz="1240" b="0">
                <a:solidFill>
                  <a:srgbClr val="536078"/>
                </a:solidFill>
              </a:rPr>
              <a:t>受益，不</a:t>
            </a:r>
            <a:r>
              <a:rPr lang="zh-CN" sz="1240" b="0">
                <a:solidFill>
                  <a:srgbClr val="536078"/>
                </a:solidFill>
              </a:rPr>
              <a:t>会</a:t>
            </a:r>
            <a:r>
              <a:rPr sz="1240" b="0">
                <a:solidFill>
                  <a:srgbClr val="536078"/>
                </a:solidFill>
              </a:rPr>
              <a:t>人为分为高、低两组。</a:t>
            </a:r>
            <a:endParaRPr sz="1240" b="0">
              <a:solidFill>
                <a:srgbClr val="536078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42950" y="5886450"/>
            <a:ext cx="10668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315" b="0">
                <a:solidFill>
                  <a:srgbClr val="536078"/>
                </a:solidFill>
              </a:defRPr>
            </a:defPPr>
            <a:lvl1pPr>
              <a:buNone/>
              <a:defRPr sz="1315" b="0">
                <a:solidFill>
                  <a:srgbClr val="536078"/>
                </a:solidFill>
              </a:defRPr>
            </a:lvl1pPr>
            <a:lvl2pPr>
              <a:buNone/>
              <a:defRPr sz="1315" b="0">
                <a:solidFill>
                  <a:srgbClr val="536078"/>
                </a:solidFill>
              </a:defRPr>
            </a:lvl2pPr>
            <a:lvl3pPr>
              <a:buNone/>
              <a:defRPr sz="1315" b="0">
                <a:solidFill>
                  <a:srgbClr val="536078"/>
                </a:solidFill>
              </a:defRPr>
            </a:lvl3pPr>
            <a:lvl4pPr>
              <a:buNone/>
              <a:defRPr sz="1315" b="0">
                <a:solidFill>
                  <a:srgbClr val="536078"/>
                </a:solidFill>
              </a:defRPr>
            </a:lvl4pPr>
            <a:lvl5pPr>
              <a:buNone/>
              <a:defRPr sz="1315" b="0">
                <a:solidFill>
                  <a:srgbClr val="536078"/>
                </a:solidFill>
              </a:defRPr>
            </a:lvl5pPr>
            <a:lvl6pPr>
              <a:buNone/>
              <a:defRPr sz="1315" b="0">
                <a:solidFill>
                  <a:srgbClr val="536078"/>
                </a:solidFill>
              </a:defRPr>
            </a:lvl6pPr>
            <a:lvl7pPr>
              <a:buNone/>
              <a:defRPr sz="1315" b="0">
                <a:solidFill>
                  <a:srgbClr val="536078"/>
                </a:solidFill>
              </a:defRPr>
            </a:lvl7pPr>
            <a:lvl8pPr>
              <a:buNone/>
              <a:defRPr sz="1315" b="0">
                <a:solidFill>
                  <a:srgbClr val="536078"/>
                </a:solidFill>
              </a:defRPr>
            </a:lvl8pPr>
            <a:lvl9pPr>
              <a:buNone/>
              <a:defRPr sz="1315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315" b="0">
                <a:solidFill>
                  <a:srgbClr val="536078"/>
                </a:solidFill>
              </a:defRPr>
            </a:pPr>
            <a:r>
              <a:rPr sz="1315" b="0">
                <a:solidFill>
                  <a:srgbClr val="536078"/>
                </a:solidFill>
              </a:rPr>
              <a:t>CCTDI：Insight Assessment (n.d.).</a:t>
            </a:r>
            <a:endParaRPr sz="1315" b="0">
              <a:solidFill>
                <a:srgbClr val="536078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觅知网-不倒翁ID:189359941"/>
          <p:cNvSpPr>
            <a:spLocks noGrp="1"/>
          </p:cNvSpPr>
          <p:nvPr/>
        </p:nvSpPr>
        <p:spPr>
          <a:xfrm>
            <a:off x="5227157" y="1844355"/>
            <a:ext cx="1728192" cy="5232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10" name="觅知网-不倒翁ID:189359941"/>
          <p:cNvSpPr>
            <a:spLocks noGrp="1"/>
          </p:cNvSpPr>
          <p:nvPr/>
        </p:nvSpPr>
        <p:spPr>
          <a:xfrm flipV="1">
            <a:off x="6036643" y="2356198"/>
            <a:ext cx="109220" cy="9415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11" name="觅知网-不倒翁ID:189359941"/>
          <p:cNvSpPr>
            <a:spLocks noGrp="1"/>
          </p:cNvSpPr>
          <p:nvPr/>
        </p:nvSpPr>
        <p:spPr>
          <a:xfrm>
            <a:off x="2804163" y="2659881"/>
            <a:ext cx="6583680" cy="11988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7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研究方法与思路</a:t>
            </a:r>
            <a:endParaRPr sz="7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觅知网-不倒翁ID:189359941"/>
          <p:cNvSpPr>
            <a:spLocks noGrp="1"/>
          </p:cNvSpPr>
          <p:nvPr/>
        </p:nvSpPr>
        <p:spPr>
          <a:xfrm>
            <a:off x="5390213" y="1880056"/>
            <a:ext cx="14020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2400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第三部分</a:t>
            </a:r>
            <a:endParaRPr sz="2400">
              <a:solidFill>
                <a:schemeClr val="bg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2964214" y="3911559"/>
            <a:ext cx="625407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觅知网-不倒翁ID:189359941"/>
          <p:cNvSpPr>
            <a:spLocks noGrp="1"/>
          </p:cNvSpPr>
          <p:nvPr/>
        </p:nvSpPr>
        <p:spPr>
          <a:xfrm>
            <a:off x="323" y="5511138"/>
            <a:ext cx="12191677" cy="1346862"/>
          </a:xfrm>
          <a:custGeom>
            <a:avLst/>
            <a:gdLst>
              <a:gd name="connsiteX0" fmla="*/ 12191677 w 12191677"/>
              <a:gd name="connsiteY0" fmla="*/ 0 h 1346862"/>
              <a:gd name="connsiteX1" fmla="*/ 12191677 w 12191677"/>
              <a:gd name="connsiteY1" fmla="*/ 1346862 h 1346862"/>
              <a:gd name="connsiteX2" fmla="*/ 0 w 12191677"/>
              <a:gd name="connsiteY2" fmla="*/ 1346862 h 1346862"/>
              <a:gd name="connsiteX3" fmla="*/ 0 w 12191677"/>
              <a:gd name="connsiteY3" fmla="*/ 42381 h 1346862"/>
              <a:gd name="connsiteX4" fmla="*/ 11935898 w 12191677"/>
              <a:gd name="connsiteY4" fmla="*/ 70915 h 1346862"/>
            </a:gdLst>
            <a:ahLst/>
            <a:cxnLst/>
            <a:rect l="l" t="t" r="r" b="b"/>
            <a:pathLst>
              <a:path w="12191677" h="1346862">
                <a:moveTo>
                  <a:pt x="12191677" y="0"/>
                </a:moveTo>
                <a:lnTo>
                  <a:pt x="12191677" y="1346862"/>
                </a:lnTo>
                <a:lnTo>
                  <a:pt x="0" y="1346862"/>
                </a:lnTo>
                <a:lnTo>
                  <a:pt x="0" y="42381"/>
                </a:lnTo>
                <a:cubicBezTo>
                  <a:pt x="3090122" y="758737"/>
                  <a:pt x="8949245" y="844902"/>
                  <a:pt x="11935898" y="70915"/>
                </a:cubicBezTo>
                <a:close/>
              </a:path>
            </a:pathLst>
          </a:custGeom>
          <a:solidFill>
            <a:srgbClr val="344778"/>
          </a:solidFill>
          <a:ln w="25400" cap="flat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86677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705" b="0" i="0" u="none" strike="noStrike" kern="0" cap="none" spc="0" baseline="0">
              <a:ln>
                <a:noFill/>
              </a:ln>
              <a:solidFill>
                <a:sysClr val="window" lastClr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025" y="0"/>
            <a:ext cx="9398000" cy="682815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研究方法与思路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buNone/>
              <a:defRPr sz="2475" b="1">
                <a:solidFill>
                  <a:srgbClr val="344778"/>
                </a:solidFill>
              </a:defRPr>
            </a:lvl1pPr>
            <a:lvl2pPr>
              <a:buNone/>
              <a:defRPr sz="2475" b="1">
                <a:solidFill>
                  <a:srgbClr val="344778"/>
                </a:solidFill>
              </a:defRPr>
            </a:lvl2pPr>
            <a:lvl3pPr>
              <a:buNone/>
              <a:defRPr sz="2475" b="1">
                <a:solidFill>
                  <a:srgbClr val="344778"/>
                </a:solidFill>
              </a:defRPr>
            </a:lvl3pPr>
            <a:lvl4pPr>
              <a:buNone/>
              <a:defRPr sz="2475" b="1">
                <a:solidFill>
                  <a:srgbClr val="344778"/>
                </a:solidFill>
              </a:defRPr>
            </a:lvl4pPr>
            <a:lvl5pPr>
              <a:buNone/>
              <a:defRPr sz="2475" b="1">
                <a:solidFill>
                  <a:srgbClr val="344778"/>
                </a:solidFill>
              </a:defRPr>
            </a:lvl5pPr>
            <a:lvl6pPr>
              <a:buNone/>
              <a:defRPr sz="2475" b="1">
                <a:solidFill>
                  <a:srgbClr val="344778"/>
                </a:solidFill>
              </a:defRPr>
            </a:lvl6pPr>
            <a:lvl7pPr>
              <a:buNone/>
              <a:defRPr sz="2475" b="1">
                <a:solidFill>
                  <a:srgbClr val="344778"/>
                </a:solidFill>
              </a:defRPr>
            </a:lvl7pPr>
            <a:lvl8pPr>
              <a:buNone/>
              <a:defRPr sz="2475" b="1">
                <a:solidFill>
                  <a:srgbClr val="344778"/>
                </a:solidFill>
              </a:defRPr>
            </a:lvl8pPr>
            <a:lvl9pPr>
              <a:buNone/>
              <a:defRPr sz="24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研究一：从理论与阅读需求形成Agent设计要求</a:t>
            </a:r>
            <a:endParaRPr sz="2475" b="1">
              <a:solidFill>
                <a:srgbClr val="344778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2000" y="214312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文献与同类工具比较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76625" y="2143125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梳理批判性阅读的训练与评价，比较已有论文阅读、论证与苏格拉底教学工具。重点比较讨论入口、追问反馈、帮助调整、上下文记忆与评价方式。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42950" y="3063240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6—8人</a:t>
            </a:r>
            <a:r>
              <a:rPr lang="zh-CN" sz="2025" b="1">
                <a:solidFill>
                  <a:srgbClr val="344778"/>
                </a:solidFill>
              </a:rPr>
              <a:t>半结构化</a:t>
            </a:r>
            <a:r>
              <a:rPr sz="2025" b="1">
                <a:solidFill>
                  <a:srgbClr val="344778"/>
                </a:solidFill>
              </a:rPr>
              <a:t>访谈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457575" y="3063240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招募符合目标用户特征的科研新手，回顾实际读论文和使用AI的经历，结合阅读操作与对话片段追问：哪里遇到困难、如何处理、何时需要解释或进一步追问。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2000" y="409003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资料分析与阶段成果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88" name="圆角矩形 87"/>
          <p:cNvSpPr>
            <a:spLocks noGrp="1"/>
          </p:cNvSpPr>
          <p:nvPr/>
        </p:nvSpPr>
        <p:spPr>
          <a:xfrm>
            <a:off x="5036820" y="3966210"/>
            <a:ext cx="1741170" cy="1158240"/>
          </a:xfrm>
          <a:prstGeom prst="roundRect">
            <a:avLst>
              <a:gd name="adj" fmla="val 4673"/>
            </a:avLst>
          </a:prstGeom>
          <a:solidFill>
            <a:srgbClr val="F2F6FC"/>
          </a:solidFill>
          <a:ln w="9525">
            <a:solidFill>
              <a:srgbClr val="D6E1F0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138420" y="4042410"/>
            <a:ext cx="1652905" cy="1018540"/>
          </a:xfrm>
          <a:prstGeom prst="rect">
            <a:avLst/>
          </a:prstGeom>
          <a:noFill/>
          <a:ln w="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240" b="0">
                <a:solidFill>
                  <a:srgbClr val="536078"/>
                </a:solidFill>
              </a:defRPr>
            </a:pPr>
            <a:r>
              <a:rPr sz="1800" b="1">
                <a:solidFill>
                  <a:srgbClr val="202C43"/>
                </a:solidFill>
                <a:latin typeface="Arial" panose="020B0604020202090204" pitchFamily="34" charset="0"/>
              </a:rPr>
              <a:t>困难情境</a:t>
            </a:r>
            <a:endParaRPr sz="1800" b="1">
              <a:solidFill>
                <a:srgbClr val="202C43"/>
              </a:solidFill>
              <a:latin typeface="Arial" panose="020B0604020202090204" pitchFamily="34" charset="0"/>
            </a:endParaRPr>
          </a:p>
          <a:p>
            <a:pPr>
              <a:buNone/>
              <a:defRPr sz="1240" b="0">
                <a:solidFill>
                  <a:srgbClr val="536078"/>
                </a:solidFill>
              </a:defRPr>
            </a:pPr>
            <a:r>
              <a:rPr sz="1800" b="1">
                <a:solidFill>
                  <a:srgbClr val="202C43"/>
                </a:solidFill>
                <a:latin typeface="Arial" panose="020B0604020202090204" pitchFamily="34" charset="0"/>
              </a:rPr>
              <a:t>已有应对方式</a:t>
            </a:r>
            <a:endParaRPr sz="1800" b="1">
              <a:solidFill>
                <a:srgbClr val="202C43"/>
              </a:solidFill>
              <a:latin typeface="Arial" panose="020B0604020202090204" pitchFamily="34" charset="0"/>
            </a:endParaRPr>
          </a:p>
          <a:p>
            <a:pPr>
              <a:buNone/>
              <a:defRPr sz="1240" b="0">
                <a:solidFill>
                  <a:srgbClr val="536078"/>
                </a:solidFill>
              </a:defRPr>
            </a:pPr>
            <a:r>
              <a:rPr sz="1800" b="1">
                <a:solidFill>
                  <a:srgbClr val="202C43"/>
                </a:solidFill>
                <a:latin typeface="Arial" panose="020B0604020202090204" pitchFamily="34" charset="0"/>
              </a:rPr>
              <a:t>仍缺少的支持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42950" y="5886450"/>
            <a:ext cx="10668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315" b="0">
                <a:solidFill>
                  <a:srgbClr val="536078"/>
                </a:solidFill>
              </a:defRPr>
            </a:defPPr>
            <a:lvl1pPr>
              <a:buNone/>
              <a:defRPr sz="1315" b="0">
                <a:solidFill>
                  <a:srgbClr val="536078"/>
                </a:solidFill>
              </a:defRPr>
            </a:lvl1pPr>
            <a:lvl2pPr>
              <a:buNone/>
              <a:defRPr sz="1315" b="0">
                <a:solidFill>
                  <a:srgbClr val="536078"/>
                </a:solidFill>
              </a:defRPr>
            </a:lvl2pPr>
            <a:lvl3pPr>
              <a:buNone/>
              <a:defRPr sz="1315" b="0">
                <a:solidFill>
                  <a:srgbClr val="536078"/>
                </a:solidFill>
              </a:defRPr>
            </a:lvl3pPr>
            <a:lvl4pPr>
              <a:buNone/>
              <a:defRPr sz="1315" b="0">
                <a:solidFill>
                  <a:srgbClr val="536078"/>
                </a:solidFill>
              </a:defRPr>
            </a:lvl4pPr>
            <a:lvl5pPr>
              <a:buNone/>
              <a:defRPr sz="1315" b="0">
                <a:solidFill>
                  <a:srgbClr val="536078"/>
                </a:solidFill>
              </a:defRPr>
            </a:lvl5pPr>
            <a:lvl6pPr>
              <a:buNone/>
              <a:defRPr sz="1315" b="0">
                <a:solidFill>
                  <a:srgbClr val="536078"/>
                </a:solidFill>
              </a:defRPr>
            </a:lvl6pPr>
            <a:lvl7pPr>
              <a:buNone/>
              <a:defRPr sz="1315" b="0">
                <a:solidFill>
                  <a:srgbClr val="536078"/>
                </a:solidFill>
              </a:defRPr>
            </a:lvl7pPr>
            <a:lvl8pPr>
              <a:buNone/>
              <a:defRPr sz="1315" b="0">
                <a:solidFill>
                  <a:srgbClr val="536078"/>
                </a:solidFill>
              </a:defRPr>
            </a:lvl8pPr>
            <a:lvl9pPr>
              <a:buNone/>
              <a:defRPr sz="1315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315" b="0">
                <a:solidFill>
                  <a:srgbClr val="536078"/>
                </a:solidFill>
              </a:defRPr>
            </a:pPr>
            <a:r>
              <a:rPr sz="1315" b="0">
                <a:solidFill>
                  <a:srgbClr val="536078"/>
                </a:solidFill>
              </a:rPr>
              <a:t>Yuan et al. (2023); Fang et al. (2026); Xi et al. (2026); Shi et al. (2026); Hugenroth et al. (2026).</a:t>
            </a:r>
            <a:endParaRPr sz="1315" b="0">
              <a:solidFill>
                <a:srgbClr val="536078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000" y="5334635"/>
            <a:ext cx="10619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>
                <a:solidFill>
                  <a:srgbClr val="536078"/>
                </a:solidFill>
                <a:sym typeface="+mn-ea"/>
              </a:rPr>
              <a:t>文献梳理已初步完成，访谈将用于核对实际需求和呈现方式，随后形成设计要求。</a:t>
            </a:r>
            <a:endParaRPr b="0">
              <a:solidFill>
                <a:srgbClr val="202C43"/>
              </a:solidFill>
            </a:endParaRPr>
          </a:p>
          <a:p>
            <a:endParaRPr lang="zh-CN" altLang="en-US"/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3287395" y="4010660"/>
            <a:ext cx="1039495" cy="1126490"/>
          </a:xfrm>
          <a:prstGeom prst="roundRect">
            <a:avLst>
              <a:gd name="adj" fmla="val 4673"/>
            </a:avLst>
          </a:prstGeom>
          <a:solidFill>
            <a:srgbClr val="F2F6FC"/>
          </a:solidFill>
          <a:ln w="9525">
            <a:solidFill>
              <a:srgbClr val="D6E1F0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359785" y="4086225"/>
            <a:ext cx="916940" cy="990600"/>
          </a:xfrm>
          <a:prstGeom prst="rect">
            <a:avLst/>
          </a:prstGeom>
          <a:noFill/>
          <a:ln w="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240" b="0">
                <a:solidFill>
                  <a:srgbClr val="536078"/>
                </a:solidFill>
              </a:defRPr>
            </a:pPr>
            <a:r>
              <a:rPr lang="zh-CN" altLang="en-US" sz="1800" b="1">
                <a:solidFill>
                  <a:srgbClr val="202C43"/>
                </a:solidFill>
                <a:latin typeface="Arial" panose="020B0604020202090204" pitchFamily="34" charset="0"/>
              </a:rPr>
              <a:t>文献</a:t>
            </a:r>
            <a:endParaRPr lang="zh-CN" altLang="en-US" sz="1800" b="1">
              <a:solidFill>
                <a:srgbClr val="202C43"/>
              </a:solidFill>
              <a:latin typeface="Arial" panose="020B0604020202090204" pitchFamily="34" charset="0"/>
            </a:endParaRPr>
          </a:p>
          <a:p>
            <a:pPr>
              <a:buNone/>
              <a:defRPr sz="1240" b="0">
                <a:solidFill>
                  <a:srgbClr val="536078"/>
                </a:solidFill>
              </a:defRPr>
            </a:pPr>
            <a:r>
              <a:rPr lang="zh-CN" altLang="en-US" sz="1800" b="1">
                <a:solidFill>
                  <a:srgbClr val="202C43"/>
                </a:solidFill>
                <a:latin typeface="Arial" panose="020B0604020202090204" pitchFamily="34" charset="0"/>
              </a:rPr>
              <a:t>同类</a:t>
            </a:r>
            <a:r>
              <a:rPr lang="zh-CN" altLang="en-US" sz="1800" b="1">
                <a:solidFill>
                  <a:srgbClr val="202C43"/>
                </a:solidFill>
                <a:latin typeface="Arial" panose="020B0604020202090204" pitchFamily="34" charset="0"/>
              </a:rPr>
              <a:t>工具</a:t>
            </a:r>
            <a:endParaRPr lang="zh-CN" altLang="en-US" sz="1800" b="1">
              <a:solidFill>
                <a:srgbClr val="202C43"/>
              </a:solidFill>
              <a:latin typeface="Arial" panose="020B0604020202090204" pitchFamily="34" charset="0"/>
            </a:endParaRPr>
          </a:p>
          <a:p>
            <a:pPr>
              <a:buNone/>
              <a:defRPr sz="1240" b="0">
                <a:solidFill>
                  <a:srgbClr val="536078"/>
                </a:solidFill>
              </a:defRPr>
            </a:pPr>
            <a:r>
              <a:rPr lang="zh-CN" altLang="en-US" sz="1800" b="1">
                <a:solidFill>
                  <a:srgbClr val="202C43"/>
                </a:solidFill>
                <a:latin typeface="Arial" panose="020B0604020202090204" pitchFamily="34" charset="0"/>
              </a:rPr>
              <a:t>访谈</a:t>
            </a:r>
            <a:endParaRPr lang="zh-CN" altLang="en-US" sz="1800" b="1">
              <a:solidFill>
                <a:srgbClr val="202C43"/>
              </a:solidFill>
              <a:latin typeface="Arial" panose="020B0604020202090204" pitchFamily="34" charset="0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602855" y="3975100"/>
            <a:ext cx="1668145" cy="1126490"/>
          </a:xfrm>
          <a:prstGeom prst="roundRect">
            <a:avLst>
              <a:gd name="adj" fmla="val 4673"/>
            </a:avLst>
          </a:prstGeom>
          <a:solidFill>
            <a:srgbClr val="F2F6FC"/>
          </a:solidFill>
          <a:ln w="9525">
            <a:solidFill>
              <a:srgbClr val="D6E1F0"/>
            </a:solidFill>
          </a:ln>
        </p:spPr>
      </p:sp>
      <p:sp>
        <p:nvSpPr>
          <p:cNvPr id="2" name="文本框 1"/>
          <p:cNvSpPr txBox="1"/>
          <p:nvPr/>
        </p:nvSpPr>
        <p:spPr>
          <a:xfrm>
            <a:off x="7675245" y="3963670"/>
            <a:ext cx="16471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>
                <a:solidFill>
                  <a:srgbClr val="202C43"/>
                </a:solidFill>
                <a:latin typeface="Arial" panose="020B0604020202090204" pitchFamily="34" charset="0"/>
                <a:sym typeface="+mn-ea"/>
              </a:rPr>
              <a:t>典型使用情境</a:t>
            </a:r>
            <a:endParaRPr b="1">
              <a:solidFill>
                <a:srgbClr val="202C43"/>
              </a:solidFill>
              <a:latin typeface="Arial" panose="020B0604020202090204" pitchFamily="34" charset="0"/>
              <a:sym typeface="+mn-ea"/>
            </a:endParaRPr>
          </a:p>
          <a:p>
            <a:r>
              <a:rPr b="1">
                <a:solidFill>
                  <a:srgbClr val="202C43"/>
                </a:solidFill>
                <a:latin typeface="Arial" panose="020B0604020202090204" pitchFamily="34" charset="0"/>
                <a:sym typeface="+mn-ea"/>
              </a:rPr>
              <a:t>设计依据</a:t>
            </a:r>
            <a:endParaRPr b="1">
              <a:solidFill>
                <a:srgbClr val="202C43"/>
              </a:solidFill>
              <a:latin typeface="Arial" panose="020B0604020202090204" pitchFamily="34" charset="0"/>
              <a:sym typeface="+mn-ea"/>
            </a:endParaRPr>
          </a:p>
          <a:p>
            <a:r>
              <a:rPr b="1">
                <a:solidFill>
                  <a:srgbClr val="202C43"/>
                </a:solidFill>
                <a:latin typeface="Arial" panose="020B0604020202090204" pitchFamily="34" charset="0"/>
                <a:sym typeface="+mn-ea"/>
              </a:rPr>
              <a:t>功能优先级</a:t>
            </a:r>
            <a:endParaRPr b="1">
              <a:solidFill>
                <a:srgbClr val="202C43"/>
              </a:solidFill>
              <a:latin typeface="Arial" panose="020B0604020202090204" pitchFamily="34" charset="0"/>
              <a:sym typeface="+mn-ea"/>
            </a:endParaRPr>
          </a:p>
          <a:p>
            <a:r>
              <a:rPr b="1">
                <a:solidFill>
                  <a:srgbClr val="202C43"/>
                </a:solidFill>
                <a:latin typeface="Arial" panose="020B0604020202090204" pitchFamily="34" charset="0"/>
                <a:sym typeface="+mn-ea"/>
              </a:rPr>
              <a:t>交互要求</a:t>
            </a:r>
            <a:endParaRPr lang="zh-CN" altLang="en-US"/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0085705" y="3958590"/>
            <a:ext cx="1297305" cy="1126490"/>
          </a:xfrm>
          <a:prstGeom prst="roundRect">
            <a:avLst>
              <a:gd name="adj" fmla="val 4673"/>
            </a:avLst>
          </a:prstGeom>
          <a:solidFill>
            <a:srgbClr val="F2F6FC"/>
          </a:solidFill>
          <a:ln w="9525">
            <a:solidFill>
              <a:srgbClr val="D6E1F0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144760" y="4034155"/>
            <a:ext cx="1240790" cy="990600"/>
          </a:xfrm>
          <a:prstGeom prst="rect">
            <a:avLst/>
          </a:prstGeom>
          <a:noFill/>
          <a:ln w="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240" b="0">
                <a:solidFill>
                  <a:srgbClr val="536078"/>
                </a:solidFill>
              </a:defRPr>
            </a:pPr>
            <a:r>
              <a:rPr lang="zh-CN" altLang="en-US" sz="1800" b="1">
                <a:solidFill>
                  <a:srgbClr val="202C43"/>
                </a:solidFill>
                <a:latin typeface="Arial" panose="020B0604020202090204" pitchFamily="34" charset="0"/>
              </a:rPr>
              <a:t>研究二</a:t>
            </a:r>
            <a:r>
              <a:rPr lang="zh-CN" altLang="en-US" sz="1800" b="1">
                <a:solidFill>
                  <a:srgbClr val="202C43"/>
                </a:solidFill>
                <a:latin typeface="Arial" panose="020B0604020202090204" pitchFamily="34" charset="0"/>
              </a:rPr>
              <a:t>开发</a:t>
            </a:r>
            <a:endParaRPr lang="zh-CN" altLang="en-US" sz="1800" b="1">
              <a:solidFill>
                <a:srgbClr val="202C43"/>
              </a:solidFill>
              <a:latin typeface="Arial" panose="020B0604020202090204" pitchFamily="34" charset="0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446270" y="4364990"/>
            <a:ext cx="431800" cy="28765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6894830" y="4350385"/>
            <a:ext cx="431800" cy="28765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9541510" y="4329430"/>
            <a:ext cx="431800" cy="28765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研究方法与思路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圆角矩形 21"/>
          <p:cNvSpPr>
            <a:spLocks noGrp="1"/>
          </p:cNvSpPr>
          <p:nvPr/>
        </p:nvSpPr>
        <p:spPr>
          <a:xfrm>
            <a:off x="666750" y="2000250"/>
            <a:ext cx="10858500" cy="409575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3900" y="1476375"/>
            <a:ext cx="106680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475" b="1">
                <a:solidFill>
                  <a:srgbClr val="344778"/>
                </a:solidFill>
              </a:defRPr>
            </a:defPPr>
            <a:lvl1pPr algn="l">
              <a:defRPr sz="2475" b="1">
                <a:solidFill>
                  <a:srgbClr val="344778"/>
                </a:solidFill>
              </a:defRPr>
            </a:lvl1pPr>
            <a:lvl2pPr algn="l">
              <a:defRPr sz="2475" b="1">
                <a:solidFill>
                  <a:srgbClr val="344778"/>
                </a:solidFill>
              </a:defRPr>
            </a:lvl2pPr>
            <a:lvl3pPr algn="l">
              <a:defRPr sz="2475" b="1">
                <a:solidFill>
                  <a:srgbClr val="344778"/>
                </a:solidFill>
              </a:defRPr>
            </a:lvl3pPr>
            <a:lvl4pPr algn="l">
              <a:defRPr sz="2475" b="1">
                <a:solidFill>
                  <a:srgbClr val="344778"/>
                </a:solidFill>
              </a:defRPr>
            </a:lvl4pPr>
            <a:lvl5pPr algn="l">
              <a:defRPr sz="2475" b="1">
                <a:solidFill>
                  <a:srgbClr val="344778"/>
                </a:solidFill>
              </a:defRPr>
            </a:lvl5pPr>
            <a:lvl6pPr algn="l">
              <a:defRPr sz="2475" b="1">
                <a:solidFill>
                  <a:srgbClr val="344778"/>
                </a:solidFill>
              </a:defRPr>
            </a:lvl6pPr>
            <a:lvl7pPr algn="l">
              <a:defRPr sz="2475" b="1">
                <a:solidFill>
                  <a:srgbClr val="344778"/>
                </a:solidFill>
              </a:defRPr>
            </a:lvl7pPr>
            <a:lvl8pPr algn="l">
              <a:defRPr sz="2475" b="1">
                <a:solidFill>
                  <a:srgbClr val="344778"/>
                </a:solidFill>
              </a:defRPr>
            </a:lvl8pPr>
            <a:lvl9pPr algn="l">
              <a:defRPr sz="2475" b="1">
                <a:solidFill>
                  <a:srgbClr val="344778"/>
                </a:solidFill>
              </a:defRPr>
            </a:lvl9pPr>
          </a:lstStyle>
          <a:p>
            <a:pPr algn="l"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研究二：</a:t>
            </a:r>
            <a:r>
              <a:rPr lang="zh-CN" sz="2475" b="1">
                <a:solidFill>
                  <a:srgbClr val="344778"/>
                </a:solidFill>
              </a:rPr>
              <a:t>苏格拉底式</a:t>
            </a:r>
            <a:r>
              <a:rPr sz="2475" b="1">
                <a:solidFill>
                  <a:srgbClr val="344778"/>
                </a:solidFill>
              </a:rPr>
              <a:t>Agent</a:t>
            </a:r>
            <a:r>
              <a:rPr lang="zh-CN" sz="2475" b="1">
                <a:solidFill>
                  <a:srgbClr val="344778"/>
                </a:solidFill>
              </a:rPr>
              <a:t>开发</a:t>
            </a:r>
            <a:r>
              <a:rPr lang="zh-CN" sz="2475" b="1">
                <a:solidFill>
                  <a:srgbClr val="344778"/>
                </a:solidFill>
              </a:rPr>
              <a:t>与测试</a:t>
            </a:r>
            <a:endParaRPr lang="zh-CN" sz="2475" b="1">
              <a:solidFill>
                <a:srgbClr val="344778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959100" y="2062480"/>
            <a:ext cx="8498205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243651"/>
                </a:solidFill>
              </a:defRPr>
            </a:defPPr>
            <a:lvl1pPr algn="l">
              <a:defRPr sz="1725" b="0">
                <a:solidFill>
                  <a:srgbClr val="243651"/>
                </a:solidFill>
              </a:defRPr>
            </a:lvl1pPr>
            <a:lvl2pPr algn="l">
              <a:defRPr sz="1725" b="0">
                <a:solidFill>
                  <a:srgbClr val="243651"/>
                </a:solidFill>
              </a:defRPr>
            </a:lvl2pPr>
            <a:lvl3pPr algn="l">
              <a:defRPr sz="1725" b="0">
                <a:solidFill>
                  <a:srgbClr val="243651"/>
                </a:solidFill>
              </a:defRPr>
            </a:lvl3pPr>
            <a:lvl4pPr algn="l">
              <a:defRPr sz="1725" b="0">
                <a:solidFill>
                  <a:srgbClr val="243651"/>
                </a:solidFill>
              </a:defRPr>
            </a:lvl4pPr>
            <a:lvl5pPr algn="l">
              <a:defRPr sz="1725" b="0">
                <a:solidFill>
                  <a:srgbClr val="243651"/>
                </a:solidFill>
              </a:defRPr>
            </a:lvl5pPr>
            <a:lvl6pPr algn="l">
              <a:defRPr sz="1725" b="0">
                <a:solidFill>
                  <a:srgbClr val="243651"/>
                </a:solidFill>
              </a:defRPr>
            </a:lvl6pPr>
            <a:lvl7pPr algn="l">
              <a:defRPr sz="1725" b="0">
                <a:solidFill>
                  <a:srgbClr val="243651"/>
                </a:solidFill>
              </a:defRPr>
            </a:lvl7pPr>
            <a:lvl8pPr algn="l">
              <a:defRPr sz="1725" b="0">
                <a:solidFill>
                  <a:srgbClr val="243651"/>
                </a:solidFill>
              </a:defRPr>
            </a:lvl8pPr>
            <a:lvl9pPr algn="l">
              <a:defRPr sz="1725" b="0">
                <a:solidFill>
                  <a:srgbClr val="243651"/>
                </a:solidFill>
              </a:defRPr>
            </a:lvl9pPr>
          </a:lstStyle>
          <a:p>
            <a:pPr algn="l">
              <a:defRPr sz="1725" b="0">
                <a:solidFill>
                  <a:srgbClr val="243651"/>
                </a:solidFill>
              </a:defRPr>
            </a:pPr>
            <a:r>
              <a:rPr sz="1725" b="0">
                <a:solidFill>
                  <a:srgbClr val="243651"/>
                </a:solidFill>
              </a:rPr>
              <a:t>论文评价是一种论证，需要说明“有什么证据，以及证据为什么支持判断”。</a:t>
            </a:r>
            <a:endParaRPr sz="1725" b="0">
              <a:solidFill>
                <a:srgbClr val="243651"/>
              </a:solidFill>
            </a:endParaRPr>
          </a:p>
          <a:p>
            <a:pPr algn="l">
              <a:defRPr sz="1725" b="0">
                <a:solidFill>
                  <a:srgbClr val="243651"/>
                </a:solidFill>
              </a:defRPr>
            </a:pPr>
            <a:r>
              <a:rPr sz="1725" b="0">
                <a:solidFill>
                  <a:srgbClr val="243651"/>
                </a:solidFill>
              </a:rPr>
              <a:t>Toulmin</a:t>
            </a:r>
            <a:r>
              <a:rPr lang="zh-CN" sz="1725" b="0">
                <a:solidFill>
                  <a:srgbClr val="243651"/>
                </a:solidFill>
              </a:rPr>
              <a:t>论证模型</a:t>
            </a:r>
            <a:r>
              <a:rPr sz="1725" b="0">
                <a:solidFill>
                  <a:srgbClr val="243651"/>
                </a:solidFill>
              </a:rPr>
              <a:t>把证据、理由、主张及其边界联系起来，为选择追问内容提供依据。</a:t>
            </a:r>
            <a:endParaRPr sz="1725" b="0">
              <a:solidFill>
                <a:srgbClr val="243651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986405" y="2877185"/>
            <a:ext cx="8470900" cy="26606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344778"/>
                </a:solidFill>
              </a:defRPr>
            </a:defPPr>
            <a:lvl1pPr algn="l">
              <a:defRPr sz="1575" b="1">
                <a:solidFill>
                  <a:srgbClr val="344778"/>
                </a:solidFill>
              </a:defRPr>
            </a:lvl1pPr>
            <a:lvl2pPr algn="l">
              <a:defRPr sz="1575" b="1">
                <a:solidFill>
                  <a:srgbClr val="344778"/>
                </a:solidFill>
              </a:defRPr>
            </a:lvl2pPr>
            <a:lvl3pPr algn="l">
              <a:defRPr sz="1575" b="1">
                <a:solidFill>
                  <a:srgbClr val="344778"/>
                </a:solidFill>
              </a:defRPr>
            </a:lvl3pPr>
            <a:lvl4pPr algn="l">
              <a:defRPr sz="1575" b="1">
                <a:solidFill>
                  <a:srgbClr val="344778"/>
                </a:solidFill>
              </a:defRPr>
            </a:lvl4pPr>
            <a:lvl5pPr algn="l">
              <a:defRPr sz="1575" b="1">
                <a:solidFill>
                  <a:srgbClr val="344778"/>
                </a:solidFill>
              </a:defRPr>
            </a:lvl5pPr>
            <a:lvl6pPr algn="l">
              <a:defRPr sz="1575" b="1">
                <a:solidFill>
                  <a:srgbClr val="344778"/>
                </a:solidFill>
              </a:defRPr>
            </a:lvl6pPr>
            <a:lvl7pPr algn="l">
              <a:defRPr sz="1575" b="1">
                <a:solidFill>
                  <a:srgbClr val="344778"/>
                </a:solidFill>
              </a:defRPr>
            </a:lvl7pPr>
            <a:lvl8pPr algn="l">
              <a:defRPr sz="1575" b="1">
                <a:solidFill>
                  <a:srgbClr val="344778"/>
                </a:solidFill>
              </a:defRPr>
            </a:lvl8pPr>
            <a:lvl9pPr algn="l">
              <a:defRPr sz="1575" b="1">
                <a:solidFill>
                  <a:srgbClr val="344778"/>
                </a:solidFill>
              </a:defRPr>
            </a:lvl9pPr>
          </a:lstStyle>
          <a:p>
            <a:pPr algn="l">
              <a:defRPr sz="1575" b="1">
                <a:solidFill>
                  <a:srgbClr val="344778"/>
                </a:solidFill>
              </a:defRPr>
            </a:pPr>
            <a:r>
              <a:rPr lang="zh-CN" sz="1575" b="1">
                <a:solidFill>
                  <a:srgbClr val="344778"/>
                </a:solidFill>
              </a:rPr>
              <a:t>据此设计苏格拉底式</a:t>
            </a:r>
            <a:r>
              <a:rPr lang="en-US" altLang="zh-CN" sz="1575" b="1">
                <a:solidFill>
                  <a:srgbClr val="344778"/>
                </a:solidFill>
              </a:rPr>
              <a:t>Agent</a:t>
            </a:r>
            <a:r>
              <a:rPr lang="zh-CN" altLang="en-US" sz="1575" b="1">
                <a:solidFill>
                  <a:srgbClr val="344778"/>
                </a:solidFill>
                <a:ea typeface="宋体" charset="0"/>
              </a:rPr>
              <a:t>，通过引导和追问，</a:t>
            </a:r>
            <a:r>
              <a:rPr sz="1575" b="1">
                <a:solidFill>
                  <a:srgbClr val="344778"/>
                </a:solidFill>
              </a:rPr>
              <a:t>让学生自己核对证据、补出推理并修正判断；遇到困难时提供提示，能够独立推理时减少帮助。</a:t>
            </a:r>
            <a:endParaRPr sz="1575" b="1">
              <a:solidFill>
                <a:srgbClr val="344778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967980" y="5380990"/>
            <a:ext cx="333311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243651"/>
                </a:solidFill>
              </a:defRPr>
            </a:defPPr>
            <a:lvl1pPr algn="l">
              <a:defRPr sz="1350" b="0">
                <a:solidFill>
                  <a:srgbClr val="243651"/>
                </a:solidFill>
              </a:defRPr>
            </a:lvl1pPr>
            <a:lvl2pPr algn="l">
              <a:defRPr sz="1350" b="0">
                <a:solidFill>
                  <a:srgbClr val="243651"/>
                </a:solidFill>
              </a:defRPr>
            </a:lvl2pPr>
            <a:lvl3pPr algn="l">
              <a:defRPr sz="1350" b="0">
                <a:solidFill>
                  <a:srgbClr val="243651"/>
                </a:solidFill>
              </a:defRPr>
            </a:lvl3pPr>
            <a:lvl4pPr algn="l">
              <a:defRPr sz="1350" b="0">
                <a:solidFill>
                  <a:srgbClr val="243651"/>
                </a:solidFill>
              </a:defRPr>
            </a:lvl4pPr>
            <a:lvl5pPr algn="l">
              <a:defRPr sz="1350" b="0">
                <a:solidFill>
                  <a:srgbClr val="243651"/>
                </a:solidFill>
              </a:defRPr>
            </a:lvl5pPr>
            <a:lvl6pPr algn="l">
              <a:defRPr sz="1350" b="0">
                <a:solidFill>
                  <a:srgbClr val="243651"/>
                </a:solidFill>
              </a:defRPr>
            </a:lvl6pPr>
            <a:lvl7pPr algn="l">
              <a:defRPr sz="1350" b="0">
                <a:solidFill>
                  <a:srgbClr val="243651"/>
                </a:solidFill>
              </a:defRPr>
            </a:lvl7pPr>
            <a:lvl8pPr algn="l">
              <a:defRPr sz="1350" b="0">
                <a:solidFill>
                  <a:srgbClr val="243651"/>
                </a:solidFill>
              </a:defRPr>
            </a:lvl8pPr>
            <a:lvl9pPr algn="l">
              <a:defRPr sz="1350" b="0">
                <a:solidFill>
                  <a:srgbClr val="243651"/>
                </a:solidFill>
              </a:defRPr>
            </a:lvl9pPr>
          </a:lstStyle>
          <a:p>
            <a:pPr algn="l">
              <a:defRPr sz="1350" b="0">
                <a:solidFill>
                  <a:srgbClr val="243651"/>
                </a:solidFill>
              </a:defRPr>
            </a:pPr>
            <a:r>
              <a:rPr sz="1350" b="0">
                <a:solidFill>
                  <a:srgbClr val="243651"/>
                </a:solidFill>
              </a:rPr>
              <a:t>（每轮5—6人）结合对话记录、SUS和访谈，检查追问是否贴合当前问题、帮助是否合适。</a:t>
            </a:r>
            <a:endParaRPr sz="1350" b="0">
              <a:solidFill>
                <a:srgbClr val="243651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2000" y="5905500"/>
            <a:ext cx="106680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67768D"/>
                </a:solidFill>
              </a:defRPr>
            </a:defPPr>
            <a:lvl1pPr algn="l">
              <a:defRPr sz="1125" b="0">
                <a:solidFill>
                  <a:srgbClr val="67768D"/>
                </a:solidFill>
              </a:defRPr>
            </a:lvl1pPr>
            <a:lvl2pPr algn="l">
              <a:defRPr sz="1125" b="0">
                <a:solidFill>
                  <a:srgbClr val="67768D"/>
                </a:solidFill>
              </a:defRPr>
            </a:lvl2pPr>
            <a:lvl3pPr algn="l">
              <a:defRPr sz="1125" b="0">
                <a:solidFill>
                  <a:srgbClr val="67768D"/>
                </a:solidFill>
              </a:defRPr>
            </a:lvl3pPr>
            <a:lvl4pPr algn="l">
              <a:defRPr sz="1125" b="0">
                <a:solidFill>
                  <a:srgbClr val="67768D"/>
                </a:solidFill>
              </a:defRPr>
            </a:lvl4pPr>
            <a:lvl5pPr algn="l">
              <a:defRPr sz="1125" b="0">
                <a:solidFill>
                  <a:srgbClr val="67768D"/>
                </a:solidFill>
              </a:defRPr>
            </a:lvl5pPr>
            <a:lvl6pPr algn="l">
              <a:defRPr sz="1125" b="0">
                <a:solidFill>
                  <a:srgbClr val="67768D"/>
                </a:solidFill>
              </a:defRPr>
            </a:lvl6pPr>
            <a:lvl7pPr algn="l">
              <a:defRPr sz="1125" b="0">
                <a:solidFill>
                  <a:srgbClr val="67768D"/>
                </a:solidFill>
              </a:defRPr>
            </a:lvl7pPr>
            <a:lvl8pPr algn="l">
              <a:defRPr sz="1125" b="0">
                <a:solidFill>
                  <a:srgbClr val="67768D"/>
                </a:solidFill>
              </a:defRPr>
            </a:lvl8pPr>
            <a:lvl9pPr algn="l">
              <a:defRPr sz="1125" b="0">
                <a:solidFill>
                  <a:srgbClr val="67768D"/>
                </a:solidFill>
              </a:defRPr>
            </a:lvl9pPr>
          </a:lstStyle>
          <a:p>
            <a:pPr algn="l">
              <a:defRPr sz="1125" b="0">
                <a:solidFill>
                  <a:srgbClr val="67768D"/>
                </a:solidFill>
              </a:defRPr>
            </a:pPr>
            <a:r>
              <a:rPr sz="1125" b="0">
                <a:solidFill>
                  <a:srgbClr val="67768D"/>
                </a:solidFill>
              </a:rPr>
              <a:t>Toulmin (2003); Chi (2000); Vygotsky (1978). SUS：Brooke (1996).</a:t>
            </a:r>
            <a:endParaRPr sz="1125" b="0">
              <a:solidFill>
                <a:srgbClr val="67768D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62000" y="193865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lang="en-US" sz="2025" b="1">
                <a:solidFill>
                  <a:srgbClr val="344778"/>
                </a:solidFill>
              </a:rPr>
              <a:t>Agent</a:t>
            </a:r>
            <a:r>
              <a:rPr lang="zh-CN" altLang="en-US" sz="2025" b="1">
                <a:solidFill>
                  <a:srgbClr val="344778"/>
                </a:solidFill>
              </a:rPr>
              <a:t>设计</a:t>
            </a:r>
            <a:endParaRPr lang="zh-CN" altLang="en-US" sz="2025" b="1">
              <a:solidFill>
                <a:srgbClr val="34477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879465" y="537273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lang="zh-CN" altLang="en-US" sz="2025" b="1">
                <a:solidFill>
                  <a:srgbClr val="344778"/>
                </a:solidFill>
              </a:rPr>
              <a:t>两轮可用性测试</a:t>
            </a:r>
            <a:endParaRPr lang="zh-CN" altLang="en-US" sz="2025" b="1">
              <a:solidFill>
                <a:srgbClr val="344778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95960" y="2863850"/>
            <a:ext cx="1688465" cy="425450"/>
          </a:xfrm>
          <a:prstGeom prst="roundRect">
            <a:avLst>
              <a:gd name="adj" fmla="val 4673"/>
            </a:avLst>
          </a:prstGeom>
          <a:solidFill>
            <a:srgbClr val="F2F6FC"/>
          </a:solidFill>
          <a:ln w="9525">
            <a:solidFill>
              <a:srgbClr val="D6E1F0"/>
            </a:solidFill>
          </a:ln>
        </p:spPr>
        <p:txBody>
          <a:bodyPr/>
          <a:p>
            <a:r>
              <a:rPr b="1">
                <a:solidFill>
                  <a:srgbClr val="344778"/>
                </a:solidFill>
                <a:sym typeface="+mn-ea"/>
              </a:rPr>
              <a:t>读取学生判断</a:t>
            </a:r>
            <a:endParaRPr lang="zh-CN" altLang="en-US"/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73100" y="3644900"/>
            <a:ext cx="1779905" cy="425450"/>
          </a:xfrm>
          <a:prstGeom prst="roundRect">
            <a:avLst>
              <a:gd name="adj" fmla="val 4673"/>
            </a:avLst>
          </a:prstGeom>
          <a:solidFill>
            <a:srgbClr val="F2F6FC"/>
          </a:solidFill>
          <a:ln w="9525">
            <a:solidFill>
              <a:srgbClr val="D6E1F0"/>
            </a:solidFill>
          </a:ln>
        </p:spPr>
        <p:txBody>
          <a:bodyPr/>
          <a:p>
            <a:r>
              <a:rPr b="1">
                <a:solidFill>
                  <a:srgbClr val="344778"/>
                </a:solidFill>
                <a:sym typeface="+mn-ea"/>
              </a:rPr>
              <a:t>检查论证缺口</a:t>
            </a:r>
            <a:endParaRPr lang="zh-CN" altLang="en-US"/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66750" y="4436745"/>
            <a:ext cx="1941195" cy="403860"/>
          </a:xfrm>
          <a:prstGeom prst="roundRect">
            <a:avLst>
              <a:gd name="adj" fmla="val 4673"/>
            </a:avLst>
          </a:prstGeom>
          <a:solidFill>
            <a:srgbClr val="F2F6FC"/>
          </a:solidFill>
          <a:ln w="9525">
            <a:solidFill>
              <a:srgbClr val="D6E1F0"/>
            </a:solidFill>
          </a:ln>
        </p:spPr>
        <p:txBody>
          <a:bodyPr/>
          <a:p>
            <a:r>
              <a:rPr b="1">
                <a:solidFill>
                  <a:srgbClr val="344778"/>
                </a:solidFill>
                <a:sym typeface="+mn-ea"/>
              </a:rPr>
              <a:t>选择针对性追问</a:t>
            </a:r>
            <a:endParaRPr lang="zh-CN" altLang="en-US"/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66750" y="5241925"/>
            <a:ext cx="2414905" cy="480060"/>
          </a:xfrm>
          <a:prstGeom prst="roundRect">
            <a:avLst>
              <a:gd name="adj" fmla="val 4673"/>
            </a:avLst>
          </a:prstGeom>
          <a:solidFill>
            <a:srgbClr val="F2F6FC"/>
          </a:solidFill>
          <a:ln w="9525">
            <a:solidFill>
              <a:srgbClr val="D6E1F0"/>
            </a:solidFill>
          </a:ln>
        </p:spPr>
        <p:txBody>
          <a:bodyPr/>
          <a:p>
            <a:pPr algn="l">
              <a:defRPr sz="1725" b="1">
                <a:solidFill>
                  <a:srgbClr val="344778"/>
                </a:solidFill>
              </a:defRPr>
            </a:pPr>
            <a:r>
              <a:rPr sz="1800" b="1">
                <a:solidFill>
                  <a:srgbClr val="344778"/>
                </a:solidFill>
                <a:sym typeface="+mn-ea"/>
              </a:rPr>
              <a:t>根据新回答继续调整</a:t>
            </a:r>
            <a:endParaRPr lang="zh-CN" altLang="en-US"/>
          </a:p>
        </p:txBody>
      </p:sp>
      <p:pic>
        <p:nvPicPr>
          <p:cNvPr id="11" name="图片 10" descr="截屏2026-10-28 下午3.15.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350" y="3422650"/>
            <a:ext cx="6742430" cy="1569085"/>
          </a:xfrm>
          <a:prstGeom prst="rect">
            <a:avLst/>
          </a:prstGeom>
        </p:spPr>
      </p:pic>
      <p:sp>
        <p:nvSpPr>
          <p:cNvPr id="14" name="下箭头 13"/>
          <p:cNvSpPr/>
          <p:nvPr/>
        </p:nvSpPr>
        <p:spPr>
          <a:xfrm>
            <a:off x="1271270" y="3356610"/>
            <a:ext cx="431800" cy="21590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1271270" y="4157345"/>
            <a:ext cx="431800" cy="21590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1271270" y="4942205"/>
            <a:ext cx="431800" cy="21590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研究方法与思路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buNone/>
              <a:defRPr sz="2475" b="1">
                <a:solidFill>
                  <a:srgbClr val="344778"/>
                </a:solidFill>
              </a:defRPr>
            </a:lvl1pPr>
            <a:lvl2pPr>
              <a:buNone/>
              <a:defRPr sz="2475" b="1">
                <a:solidFill>
                  <a:srgbClr val="344778"/>
                </a:solidFill>
              </a:defRPr>
            </a:lvl2pPr>
            <a:lvl3pPr>
              <a:buNone/>
              <a:defRPr sz="2475" b="1">
                <a:solidFill>
                  <a:srgbClr val="344778"/>
                </a:solidFill>
              </a:defRPr>
            </a:lvl3pPr>
            <a:lvl4pPr>
              <a:buNone/>
              <a:defRPr sz="2475" b="1">
                <a:solidFill>
                  <a:srgbClr val="344778"/>
                </a:solidFill>
              </a:defRPr>
            </a:lvl4pPr>
            <a:lvl5pPr>
              <a:buNone/>
              <a:defRPr sz="2475" b="1">
                <a:solidFill>
                  <a:srgbClr val="344778"/>
                </a:solidFill>
              </a:defRPr>
            </a:lvl5pPr>
            <a:lvl6pPr>
              <a:buNone/>
              <a:defRPr sz="2475" b="1">
                <a:solidFill>
                  <a:srgbClr val="344778"/>
                </a:solidFill>
              </a:defRPr>
            </a:lvl6pPr>
            <a:lvl7pPr>
              <a:buNone/>
              <a:defRPr sz="2475" b="1">
                <a:solidFill>
                  <a:srgbClr val="344778"/>
                </a:solidFill>
              </a:defRPr>
            </a:lvl7pPr>
            <a:lvl8pPr>
              <a:buNone/>
              <a:defRPr sz="2475" b="1">
                <a:solidFill>
                  <a:srgbClr val="344778"/>
                </a:solidFill>
              </a:defRPr>
            </a:lvl8pPr>
            <a:lvl9pPr>
              <a:buNone/>
              <a:defRPr sz="24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研究二现有成果：文献阅读工作台交互原型</a:t>
            </a:r>
            <a:endParaRPr sz="2475" b="1">
              <a:solidFill>
                <a:srgbClr val="344778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15" y="1981200"/>
            <a:ext cx="8686165" cy="4876800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9696450" y="2324100"/>
            <a:ext cx="2095500" cy="2143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875" b="1">
                <a:solidFill>
                  <a:srgbClr val="344778"/>
                </a:solidFill>
              </a:defRPr>
            </a:defPPr>
            <a:lvl1pPr>
              <a:buNone/>
              <a:defRPr sz="1875" b="1">
                <a:solidFill>
                  <a:srgbClr val="344778"/>
                </a:solidFill>
              </a:defRPr>
            </a:lvl1pPr>
            <a:lvl2pPr>
              <a:buNone/>
              <a:defRPr sz="1875" b="1">
                <a:solidFill>
                  <a:srgbClr val="344778"/>
                </a:solidFill>
              </a:defRPr>
            </a:lvl2pPr>
            <a:lvl3pPr>
              <a:buNone/>
              <a:defRPr sz="1875" b="1">
                <a:solidFill>
                  <a:srgbClr val="344778"/>
                </a:solidFill>
              </a:defRPr>
            </a:lvl3pPr>
            <a:lvl4pPr>
              <a:buNone/>
              <a:defRPr sz="1875" b="1">
                <a:solidFill>
                  <a:srgbClr val="344778"/>
                </a:solidFill>
              </a:defRPr>
            </a:lvl4pPr>
            <a:lvl5pPr>
              <a:buNone/>
              <a:defRPr sz="1875" b="1">
                <a:solidFill>
                  <a:srgbClr val="344778"/>
                </a:solidFill>
              </a:defRPr>
            </a:lvl5pPr>
            <a:lvl6pPr>
              <a:buNone/>
              <a:defRPr sz="1875" b="1">
                <a:solidFill>
                  <a:srgbClr val="344778"/>
                </a:solidFill>
              </a:defRPr>
            </a:lvl6pPr>
            <a:lvl7pPr>
              <a:buNone/>
              <a:defRPr sz="1875" b="1">
                <a:solidFill>
                  <a:srgbClr val="344778"/>
                </a:solidFill>
              </a:defRPr>
            </a:lvl7pPr>
            <a:lvl8pPr>
              <a:buNone/>
              <a:defRPr sz="1875" b="1">
                <a:solidFill>
                  <a:srgbClr val="344778"/>
                </a:solidFill>
              </a:defRPr>
            </a:lvl8pPr>
            <a:lvl9pPr>
              <a:buNone/>
              <a:defRPr sz="18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1875" b="1">
                <a:solidFill>
                  <a:srgbClr val="344778"/>
                </a:solidFill>
              </a:defRPr>
            </a:pPr>
            <a:r>
              <a:rPr sz="1875" b="1">
                <a:solidFill>
                  <a:srgbClr val="344778"/>
                </a:solidFill>
              </a:rPr>
              <a:t>已完成</a:t>
            </a:r>
            <a:endParaRPr sz="1875" b="1">
              <a:solidFill>
                <a:srgbClr val="344778"/>
              </a:solidFill>
            </a:endParaRPr>
          </a:p>
          <a:p>
            <a:endParaRPr sz="1875"/>
          </a:p>
          <a:p>
            <a:pPr>
              <a:buNone/>
              <a:defRPr sz="1875" b="1">
                <a:solidFill>
                  <a:srgbClr val="344778"/>
                </a:solidFill>
              </a:defRPr>
            </a:pPr>
            <a:r>
              <a:rPr sz="1875" b="1">
                <a:solidFill>
                  <a:srgbClr val="344778"/>
                </a:solidFill>
              </a:rPr>
              <a:t>中英对照阅读</a:t>
            </a:r>
            <a:endParaRPr sz="1875" b="1">
              <a:solidFill>
                <a:srgbClr val="344778"/>
              </a:solidFill>
            </a:endParaRPr>
          </a:p>
          <a:p>
            <a:pPr>
              <a:buNone/>
              <a:defRPr sz="1875" b="1">
                <a:solidFill>
                  <a:srgbClr val="344778"/>
                </a:solidFill>
              </a:defRPr>
            </a:pPr>
            <a:r>
              <a:rPr sz="1875" b="1">
                <a:solidFill>
                  <a:srgbClr val="344778"/>
                </a:solidFill>
              </a:rPr>
              <a:t>标注与笔记</a:t>
            </a:r>
            <a:endParaRPr sz="1875" b="1">
              <a:solidFill>
                <a:srgbClr val="344778"/>
              </a:solidFill>
            </a:endParaRPr>
          </a:p>
          <a:p>
            <a:pPr>
              <a:buNone/>
              <a:defRPr sz="1875" b="1">
                <a:solidFill>
                  <a:srgbClr val="344778"/>
                </a:solidFill>
              </a:defRPr>
            </a:pPr>
            <a:r>
              <a:rPr sz="1875" b="1">
                <a:solidFill>
                  <a:srgbClr val="344778"/>
                </a:solidFill>
              </a:rPr>
              <a:t>AI讨论界面</a:t>
            </a:r>
            <a:endParaRPr sz="1875" b="1">
              <a:solidFill>
                <a:srgbClr val="344778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696450" y="4667250"/>
            <a:ext cx="20955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725" b="0">
                <a:solidFill>
                  <a:srgbClr val="202C43"/>
                </a:solidFill>
              </a:defRPr>
            </a:defPPr>
            <a:lvl1pPr>
              <a:buNone/>
              <a:defRPr sz="1725" b="0">
                <a:solidFill>
                  <a:srgbClr val="202C43"/>
                </a:solidFill>
              </a:defRPr>
            </a:lvl1pPr>
            <a:lvl2pPr>
              <a:buNone/>
              <a:defRPr sz="1725" b="0">
                <a:solidFill>
                  <a:srgbClr val="202C43"/>
                </a:solidFill>
              </a:defRPr>
            </a:lvl2pPr>
            <a:lvl3pPr>
              <a:buNone/>
              <a:defRPr sz="1725" b="0">
                <a:solidFill>
                  <a:srgbClr val="202C43"/>
                </a:solidFill>
              </a:defRPr>
            </a:lvl3pPr>
            <a:lvl4pPr>
              <a:buNone/>
              <a:defRPr sz="1725" b="0">
                <a:solidFill>
                  <a:srgbClr val="202C43"/>
                </a:solidFill>
              </a:defRPr>
            </a:lvl4pPr>
            <a:lvl5pPr>
              <a:buNone/>
              <a:defRPr sz="1725" b="0">
                <a:solidFill>
                  <a:srgbClr val="202C43"/>
                </a:solidFill>
              </a:defRPr>
            </a:lvl5pPr>
            <a:lvl6pPr>
              <a:buNone/>
              <a:defRPr sz="1725" b="0">
                <a:solidFill>
                  <a:srgbClr val="202C43"/>
                </a:solidFill>
              </a:defRPr>
            </a:lvl6pPr>
            <a:lvl7pPr>
              <a:buNone/>
              <a:defRPr sz="1725" b="0">
                <a:solidFill>
                  <a:srgbClr val="202C43"/>
                </a:solidFill>
              </a:defRPr>
            </a:lvl7pPr>
            <a:lvl8pPr>
              <a:buNone/>
              <a:defRPr sz="1725" b="0">
                <a:solidFill>
                  <a:srgbClr val="202C43"/>
                </a:solidFill>
              </a:defRPr>
            </a:lvl8pPr>
            <a:lvl9pPr>
              <a:buNone/>
              <a:defRPr sz="1725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725" b="0">
                <a:solidFill>
                  <a:srgbClr val="202C43"/>
                </a:solidFill>
              </a:defRPr>
            </a:pPr>
            <a:r>
              <a:rPr sz="1725" b="0">
                <a:solidFill>
                  <a:srgbClr val="202C43"/>
                </a:solidFill>
              </a:rPr>
              <a:t>下一步</a:t>
            </a:r>
            <a:endParaRPr sz="1725" b="0">
              <a:solidFill>
                <a:srgbClr val="202C43"/>
              </a:solidFill>
            </a:endParaRPr>
          </a:p>
          <a:p>
            <a:pPr>
              <a:buNone/>
              <a:defRPr sz="1725" b="0">
                <a:solidFill>
                  <a:srgbClr val="202C43"/>
                </a:solidFill>
              </a:defRPr>
            </a:pPr>
            <a:r>
              <a:rPr sz="1725" b="0">
                <a:solidFill>
                  <a:srgbClr val="202C43"/>
                </a:solidFill>
              </a:rPr>
              <a:t>完善模型接入、追问规则与日志，再开展可用性测试。</a:t>
            </a:r>
            <a:endParaRPr sz="1725" b="0">
              <a:solidFill>
                <a:srgbClr val="202C4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研究方法与思路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buNone/>
              <a:defRPr sz="2475" b="1">
                <a:solidFill>
                  <a:srgbClr val="344778"/>
                </a:solidFill>
              </a:defRPr>
            </a:lvl1pPr>
            <a:lvl2pPr>
              <a:buNone/>
              <a:defRPr sz="2475" b="1">
                <a:solidFill>
                  <a:srgbClr val="344778"/>
                </a:solidFill>
              </a:defRPr>
            </a:lvl2pPr>
            <a:lvl3pPr>
              <a:buNone/>
              <a:defRPr sz="2475" b="1">
                <a:solidFill>
                  <a:srgbClr val="344778"/>
                </a:solidFill>
              </a:defRPr>
            </a:lvl3pPr>
            <a:lvl4pPr>
              <a:buNone/>
              <a:defRPr sz="2475" b="1">
                <a:solidFill>
                  <a:srgbClr val="344778"/>
                </a:solidFill>
              </a:defRPr>
            </a:lvl4pPr>
            <a:lvl5pPr>
              <a:buNone/>
              <a:defRPr sz="2475" b="1">
                <a:solidFill>
                  <a:srgbClr val="344778"/>
                </a:solidFill>
              </a:defRPr>
            </a:lvl5pPr>
            <a:lvl6pPr>
              <a:buNone/>
              <a:defRPr sz="2475" b="1">
                <a:solidFill>
                  <a:srgbClr val="344778"/>
                </a:solidFill>
              </a:defRPr>
            </a:lvl6pPr>
            <a:lvl7pPr>
              <a:buNone/>
              <a:defRPr sz="2475" b="1">
                <a:solidFill>
                  <a:srgbClr val="344778"/>
                </a:solidFill>
              </a:defRPr>
            </a:lvl7pPr>
            <a:lvl8pPr>
              <a:buNone/>
              <a:defRPr sz="2475" b="1">
                <a:solidFill>
                  <a:srgbClr val="344778"/>
                </a:solidFill>
              </a:defRPr>
            </a:lvl8pPr>
            <a:lvl9pPr>
              <a:buNone/>
              <a:defRPr sz="24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研究三：预实验、随机分组与材料安排</a:t>
            </a:r>
            <a:endParaRPr sz="2475" b="1">
              <a:solidFill>
                <a:srgbClr val="344778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2000" y="214312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参与者与分组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76625" y="2143125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计划招募100人，目标有效90人、每组30人，按1∶1∶1随机分配。预实验参与者不进入正式样本。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2000" y="3333750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材料与顺序平衡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476625" y="3333750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从APA出版的模拟研究中选择A、B、C，统一译文与排版，核对难度及可评价内容。三组均训练B，各组内平衡“A前测、C后测”和“C前测、A后测”两种顺序。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2000" y="452437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4人预实验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476625" y="4524375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检查任务可理解性、文章难度、训练能否持续、疲劳与时限，以及Agent和日志运行。四位评分者试评并修订歧义规则，随后固定材料、时间、系统与评分手册。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5886450"/>
            <a:ext cx="10668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315" b="0">
                <a:solidFill>
                  <a:srgbClr val="536078"/>
                </a:solidFill>
              </a:defRPr>
            </a:defPPr>
            <a:lvl1pPr>
              <a:buNone/>
              <a:defRPr sz="1315" b="0">
                <a:solidFill>
                  <a:srgbClr val="536078"/>
                </a:solidFill>
              </a:defRPr>
            </a:lvl1pPr>
            <a:lvl2pPr>
              <a:buNone/>
              <a:defRPr sz="1315" b="0">
                <a:solidFill>
                  <a:srgbClr val="536078"/>
                </a:solidFill>
              </a:defRPr>
            </a:lvl2pPr>
            <a:lvl3pPr>
              <a:buNone/>
              <a:defRPr sz="1315" b="0">
                <a:solidFill>
                  <a:srgbClr val="536078"/>
                </a:solidFill>
              </a:defRPr>
            </a:lvl3pPr>
            <a:lvl4pPr>
              <a:buNone/>
              <a:defRPr sz="1315" b="0">
                <a:solidFill>
                  <a:srgbClr val="536078"/>
                </a:solidFill>
              </a:defRPr>
            </a:lvl4pPr>
            <a:lvl5pPr>
              <a:buNone/>
              <a:defRPr sz="1315" b="0">
                <a:solidFill>
                  <a:srgbClr val="536078"/>
                </a:solidFill>
              </a:defRPr>
            </a:lvl5pPr>
            <a:lvl6pPr>
              <a:buNone/>
              <a:defRPr sz="1315" b="0">
                <a:solidFill>
                  <a:srgbClr val="536078"/>
                </a:solidFill>
              </a:defRPr>
            </a:lvl6pPr>
            <a:lvl7pPr>
              <a:buNone/>
              <a:defRPr sz="1315" b="0">
                <a:solidFill>
                  <a:srgbClr val="536078"/>
                </a:solidFill>
              </a:defRPr>
            </a:lvl7pPr>
            <a:lvl8pPr>
              <a:buNone/>
              <a:defRPr sz="1315" b="0">
                <a:solidFill>
                  <a:srgbClr val="536078"/>
                </a:solidFill>
              </a:defRPr>
            </a:lvl8pPr>
            <a:lvl9pPr>
              <a:buNone/>
              <a:defRPr sz="1315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315" b="0">
                <a:solidFill>
                  <a:srgbClr val="536078"/>
                </a:solidFill>
              </a:defRPr>
            </a:pPr>
            <a:r>
              <a:rPr sz="1315" b="0">
                <a:solidFill>
                  <a:srgbClr val="536078"/>
                </a:solidFill>
              </a:rPr>
              <a:t>实验材料：Meltzoff &amp; Cooper (2018), Critical Thinking About Research (2nd ed.), APA.</a:t>
            </a:r>
            <a:endParaRPr sz="1315" b="0">
              <a:solidFill>
                <a:srgbClr val="536078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研究方法与思路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buNone/>
              <a:defRPr sz="2475" b="1">
                <a:solidFill>
                  <a:srgbClr val="344778"/>
                </a:solidFill>
              </a:defRPr>
            </a:lvl1pPr>
            <a:lvl2pPr>
              <a:buNone/>
              <a:defRPr sz="2475" b="1">
                <a:solidFill>
                  <a:srgbClr val="344778"/>
                </a:solidFill>
              </a:defRPr>
            </a:lvl2pPr>
            <a:lvl3pPr>
              <a:buNone/>
              <a:defRPr sz="2475" b="1">
                <a:solidFill>
                  <a:srgbClr val="344778"/>
                </a:solidFill>
              </a:defRPr>
            </a:lvl3pPr>
            <a:lvl4pPr>
              <a:buNone/>
              <a:defRPr sz="2475" b="1">
                <a:solidFill>
                  <a:srgbClr val="344778"/>
                </a:solidFill>
              </a:defRPr>
            </a:lvl4pPr>
            <a:lvl5pPr>
              <a:buNone/>
              <a:defRPr sz="2475" b="1">
                <a:solidFill>
                  <a:srgbClr val="344778"/>
                </a:solidFill>
              </a:defRPr>
            </a:lvl5pPr>
            <a:lvl6pPr>
              <a:buNone/>
              <a:defRPr sz="2475" b="1">
                <a:solidFill>
                  <a:srgbClr val="344778"/>
                </a:solidFill>
              </a:defRPr>
            </a:lvl6pPr>
            <a:lvl7pPr>
              <a:buNone/>
              <a:defRPr sz="2475" b="1">
                <a:solidFill>
                  <a:srgbClr val="344778"/>
                </a:solidFill>
              </a:defRPr>
            </a:lvl7pPr>
            <a:lvl8pPr>
              <a:buNone/>
              <a:defRPr sz="2475" b="1">
                <a:solidFill>
                  <a:srgbClr val="344778"/>
                </a:solidFill>
              </a:defRPr>
            </a:lvl8pPr>
            <a:lvl9pPr>
              <a:buNone/>
              <a:defRPr sz="24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研究三流程：三组共同研读任务，训练后独立作答</a:t>
            </a:r>
            <a:endParaRPr sz="2475" b="1">
              <a:solidFill>
                <a:srgbClr val="344778"/>
              </a:solidFill>
            </a:endParaRPr>
          </a:p>
        </p:txBody>
      </p:sp>
      <p:graphicFrame>
        <p:nvGraphicFramePr>
          <p:cNvPr id="23" name="表格 22"/>
          <p:cNvGraphicFramePr/>
          <p:nvPr/>
        </p:nvGraphicFramePr>
        <p:xfrm>
          <a:off x="723900" y="2095500"/>
          <a:ext cx="10744200" cy="3524250"/>
        </p:xfrm>
        <a:graphic>
          <a:graphicData uri="http://schemas.openxmlformats.org/drawingml/2006/table">
            <a:tbl>
              <a:tblPr/>
              <a:tblGrid>
                <a:gridCol w="1905000"/>
                <a:gridCol w="7239000"/>
                <a:gridCol w="1600200"/>
              </a:tblGrid>
              <a:tr h="5873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环节</a:t>
                      </a:r>
                      <a:endParaRPr sz="1650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57150" marB="571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参与者具体做什么</a:t>
                      </a:r>
                      <a:endParaRPr sz="1650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57150" marB="571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暂定时长</a:t>
                      </a:r>
                      <a:endParaRPr sz="1650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57150" marB="571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提前测量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57150" marB="571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知情同意、资格与经历登记，完成CCTDI初始倾向测量。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57150" marB="571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35分钟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57150" marB="571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独立前测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57150" marB="571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阅读A或C，概括研究内容，指出</a:t>
                      </a:r>
                      <a:r>
                        <a:rPr lang="zh-CN" sz="1650" b="0">
                          <a:solidFill>
                            <a:srgbClr val="202C43"/>
                          </a:solidFill>
                        </a:rPr>
                        <a:t>多个研究</a:t>
                      </a:r>
                      <a:r>
                        <a:rPr sz="1650" b="0">
                          <a:solidFill>
                            <a:srgbClr val="202C43"/>
                          </a:solidFill>
                        </a:rPr>
                        <a:t>缺陷并解释依据。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57150" marB="571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40分钟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57150" marB="571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分组训练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57150" marB="571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三组均研读B，检查方法与结果能否支持结论并记录判断。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无AI组独立核对，两个AI组使用各自Agent讨论。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57150" marB="571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50分钟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57150" marB="571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负荷与休息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57150" marB="571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完成NASA-TLX，随后休息；不查看AI、聊天或训练笔记。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57150" marB="571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4＋10分钟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57150" marB="571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独立后测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57150" marB="571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阅读另一篇C或A，</a:t>
                      </a:r>
                      <a:r>
                        <a:rPr sz="1650">
                          <a:solidFill>
                            <a:srgbClr val="202C43"/>
                          </a:solidFill>
                          <a:sym typeface="+mn-ea"/>
                        </a:rPr>
                        <a:t>概括研究内容，指出</a:t>
                      </a:r>
                      <a:r>
                        <a:rPr lang="zh-CN" sz="1650">
                          <a:solidFill>
                            <a:srgbClr val="202C43"/>
                          </a:solidFill>
                          <a:sym typeface="+mn-ea"/>
                        </a:rPr>
                        <a:t>多个研究</a:t>
                      </a:r>
                      <a:r>
                        <a:rPr sz="1650">
                          <a:solidFill>
                            <a:srgbClr val="202C43"/>
                          </a:solidFill>
                          <a:sym typeface="+mn-ea"/>
                        </a:rPr>
                        <a:t>缺陷并解释依据。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57150" marB="571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43"/>
                          </a:solidFill>
                        </a:rPr>
                        <a:t>40分钟</a:t>
                      </a:r>
                      <a:endParaRPr sz="1650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57150" marB="571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矩形 23"/>
          <p:cNvSpPr>
            <a:spLocks noGrp="1"/>
          </p:cNvSpPr>
          <p:nvPr/>
        </p:nvSpPr>
        <p:spPr>
          <a:xfrm>
            <a:off x="742950" y="5648325"/>
            <a:ext cx="106680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240" b="0">
                <a:solidFill>
                  <a:srgbClr val="536078"/>
                </a:solidFill>
              </a:defRPr>
            </a:defPPr>
            <a:lvl1pPr>
              <a:buNone/>
              <a:defRPr sz="1240" b="0">
                <a:solidFill>
                  <a:srgbClr val="536078"/>
                </a:solidFill>
              </a:defRPr>
            </a:lvl1pPr>
            <a:lvl2pPr>
              <a:buNone/>
              <a:defRPr sz="1240" b="0">
                <a:solidFill>
                  <a:srgbClr val="536078"/>
                </a:solidFill>
              </a:defRPr>
            </a:lvl2pPr>
            <a:lvl3pPr>
              <a:buNone/>
              <a:defRPr sz="1240" b="0">
                <a:solidFill>
                  <a:srgbClr val="536078"/>
                </a:solidFill>
              </a:defRPr>
            </a:lvl3pPr>
            <a:lvl4pPr>
              <a:buNone/>
              <a:defRPr sz="1240" b="0">
                <a:solidFill>
                  <a:srgbClr val="536078"/>
                </a:solidFill>
              </a:defRPr>
            </a:lvl4pPr>
            <a:lvl5pPr>
              <a:buNone/>
              <a:defRPr sz="1240" b="0">
                <a:solidFill>
                  <a:srgbClr val="536078"/>
                </a:solidFill>
              </a:defRPr>
            </a:lvl5pPr>
            <a:lvl6pPr>
              <a:buNone/>
              <a:defRPr sz="1240" b="0">
                <a:solidFill>
                  <a:srgbClr val="536078"/>
                </a:solidFill>
              </a:defRPr>
            </a:lvl6pPr>
            <a:lvl7pPr>
              <a:buNone/>
              <a:defRPr sz="1240" b="0">
                <a:solidFill>
                  <a:srgbClr val="536078"/>
                </a:solidFill>
              </a:defRPr>
            </a:lvl7pPr>
            <a:lvl8pPr>
              <a:buNone/>
              <a:defRPr sz="1240" b="0">
                <a:solidFill>
                  <a:srgbClr val="536078"/>
                </a:solidFill>
              </a:defRPr>
            </a:lvl8pPr>
            <a:lvl9pPr>
              <a:buNone/>
              <a:defRPr sz="1240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240" b="0">
                <a:solidFill>
                  <a:srgbClr val="536078"/>
                </a:solidFill>
              </a:defRPr>
            </a:pPr>
            <a:r>
              <a:rPr sz="1240" b="0">
                <a:solidFill>
                  <a:srgbClr val="536078"/>
                </a:solidFill>
              </a:rPr>
              <a:t>前测后不反馈分数或答案。含操作培训及其他休息，当天约171分钟，总约206分钟。</a:t>
            </a:r>
            <a:endParaRPr sz="1240" b="0">
              <a:solidFill>
                <a:srgbClr val="536078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42950" y="5886450"/>
            <a:ext cx="10668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315" b="0">
                <a:solidFill>
                  <a:srgbClr val="536078"/>
                </a:solidFill>
              </a:defRPr>
            </a:defPPr>
            <a:lvl1pPr>
              <a:buNone/>
              <a:defRPr sz="1315" b="0">
                <a:solidFill>
                  <a:srgbClr val="536078"/>
                </a:solidFill>
              </a:defRPr>
            </a:lvl1pPr>
            <a:lvl2pPr>
              <a:buNone/>
              <a:defRPr sz="1315" b="0">
                <a:solidFill>
                  <a:srgbClr val="536078"/>
                </a:solidFill>
              </a:defRPr>
            </a:lvl2pPr>
            <a:lvl3pPr>
              <a:buNone/>
              <a:defRPr sz="1315" b="0">
                <a:solidFill>
                  <a:srgbClr val="536078"/>
                </a:solidFill>
              </a:defRPr>
            </a:lvl3pPr>
            <a:lvl4pPr>
              <a:buNone/>
              <a:defRPr sz="1315" b="0">
                <a:solidFill>
                  <a:srgbClr val="536078"/>
                </a:solidFill>
              </a:defRPr>
            </a:lvl4pPr>
            <a:lvl5pPr>
              <a:buNone/>
              <a:defRPr sz="1315" b="0">
                <a:solidFill>
                  <a:srgbClr val="536078"/>
                </a:solidFill>
              </a:defRPr>
            </a:lvl5pPr>
            <a:lvl6pPr>
              <a:buNone/>
              <a:defRPr sz="1315" b="0">
                <a:solidFill>
                  <a:srgbClr val="536078"/>
                </a:solidFill>
              </a:defRPr>
            </a:lvl6pPr>
            <a:lvl7pPr>
              <a:buNone/>
              <a:defRPr sz="1315" b="0">
                <a:solidFill>
                  <a:srgbClr val="536078"/>
                </a:solidFill>
              </a:defRPr>
            </a:lvl7pPr>
            <a:lvl8pPr>
              <a:buNone/>
              <a:defRPr sz="1315" b="0">
                <a:solidFill>
                  <a:srgbClr val="536078"/>
                </a:solidFill>
              </a:defRPr>
            </a:lvl8pPr>
            <a:lvl9pPr>
              <a:buNone/>
              <a:defRPr sz="1315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315" b="0">
                <a:solidFill>
                  <a:srgbClr val="536078"/>
                </a:solidFill>
              </a:defRPr>
            </a:pPr>
            <a:r>
              <a:rPr sz="1315" b="0">
                <a:solidFill>
                  <a:srgbClr val="536078"/>
                </a:solidFill>
              </a:rPr>
              <a:t>CCTDI：Insight Assessment (n.d.). NASA-TLX：Hart &amp; Staveland (1988).</a:t>
            </a:r>
            <a:endParaRPr sz="1315" b="0">
              <a:solidFill>
                <a:srgbClr val="536078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研究方法与思路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buNone/>
              <a:defRPr sz="2475" b="1">
                <a:solidFill>
                  <a:srgbClr val="344778"/>
                </a:solidFill>
              </a:defRPr>
            </a:lvl1pPr>
            <a:lvl2pPr>
              <a:buNone/>
              <a:defRPr sz="2475" b="1">
                <a:solidFill>
                  <a:srgbClr val="344778"/>
                </a:solidFill>
              </a:defRPr>
            </a:lvl2pPr>
            <a:lvl3pPr>
              <a:buNone/>
              <a:defRPr sz="2475" b="1">
                <a:solidFill>
                  <a:srgbClr val="344778"/>
                </a:solidFill>
              </a:defRPr>
            </a:lvl3pPr>
            <a:lvl4pPr>
              <a:buNone/>
              <a:defRPr sz="2475" b="1">
                <a:solidFill>
                  <a:srgbClr val="344778"/>
                </a:solidFill>
              </a:defRPr>
            </a:lvl4pPr>
            <a:lvl5pPr>
              <a:buNone/>
              <a:defRPr sz="2475" b="1">
                <a:solidFill>
                  <a:srgbClr val="344778"/>
                </a:solidFill>
              </a:defRPr>
            </a:lvl5pPr>
            <a:lvl6pPr>
              <a:buNone/>
              <a:defRPr sz="2475" b="1">
                <a:solidFill>
                  <a:srgbClr val="344778"/>
                </a:solidFill>
              </a:defRPr>
            </a:lvl6pPr>
            <a:lvl7pPr>
              <a:buNone/>
              <a:defRPr sz="2475" b="1">
                <a:solidFill>
                  <a:srgbClr val="344778"/>
                </a:solidFill>
              </a:defRPr>
            </a:lvl7pPr>
            <a:lvl8pPr>
              <a:buNone/>
              <a:defRPr sz="2475" b="1">
                <a:solidFill>
                  <a:srgbClr val="344778"/>
                </a:solidFill>
              </a:defRPr>
            </a:lvl8pPr>
            <a:lvl9pPr>
              <a:buNone/>
              <a:defRPr sz="24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控制变量：保证组间比较反映辅助方式的差异</a:t>
            </a:r>
            <a:endParaRPr sz="2475" b="1">
              <a:solidFill>
                <a:srgbClr val="344778"/>
              </a:solidFill>
            </a:endParaRPr>
          </a:p>
        </p:txBody>
      </p:sp>
      <p:graphicFrame>
        <p:nvGraphicFramePr>
          <p:cNvPr id="23" name="表格 22"/>
          <p:cNvGraphicFramePr/>
          <p:nvPr/>
        </p:nvGraphicFramePr>
        <p:xfrm>
          <a:off x="723900" y="2095500"/>
          <a:ext cx="10744200" cy="3476625"/>
        </p:xfrm>
        <a:graphic>
          <a:graphicData uri="http://schemas.openxmlformats.org/drawingml/2006/table">
            <a:tbl>
              <a:tblPr/>
              <a:tblGrid>
                <a:gridCol w="2571750"/>
                <a:gridCol w="8172450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控制方面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具体安排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材料、任务与时间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相同训练论文B、译文、研读目标及笔记要求。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前后测时限、训练时长、休息、电脑规格与基础阅读工具一致。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两个AI组的条件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模型版本、生成参数、论文与方法学参考、信息权限及上下文规则一致。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均不输入文章专属评析、缺陷清单或评分答案。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测验、培训与评分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操作培训时长相同，实验员只处理操作问题。前后测独立完成，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禁用AI、外部搜索和训练记录；统一评分手册，四位评分者盲评。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初始差异与材料顺序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采用统一资格标准并随机分组，各组平衡A、C前后测顺序。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主要模型调整对应前测得分和材料顺序，CCTDI另作探索性调节。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矩形 23"/>
          <p:cNvSpPr>
            <a:spLocks noGrp="1"/>
          </p:cNvSpPr>
          <p:nvPr/>
        </p:nvSpPr>
        <p:spPr>
          <a:xfrm>
            <a:off x="742950" y="5829300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425" b="0">
                <a:solidFill>
                  <a:srgbClr val="536078"/>
                </a:solidFill>
              </a:defRPr>
            </a:defPPr>
            <a:lvl1pPr>
              <a:buNone/>
              <a:defRPr sz="1425" b="0">
                <a:solidFill>
                  <a:srgbClr val="536078"/>
                </a:solidFill>
              </a:defRPr>
            </a:lvl1pPr>
            <a:lvl2pPr>
              <a:buNone/>
              <a:defRPr sz="1425" b="0">
                <a:solidFill>
                  <a:srgbClr val="536078"/>
                </a:solidFill>
              </a:defRPr>
            </a:lvl2pPr>
            <a:lvl3pPr>
              <a:buNone/>
              <a:defRPr sz="1425" b="0">
                <a:solidFill>
                  <a:srgbClr val="536078"/>
                </a:solidFill>
              </a:defRPr>
            </a:lvl3pPr>
            <a:lvl4pPr>
              <a:buNone/>
              <a:defRPr sz="1425" b="0">
                <a:solidFill>
                  <a:srgbClr val="536078"/>
                </a:solidFill>
              </a:defRPr>
            </a:lvl4pPr>
            <a:lvl5pPr>
              <a:buNone/>
              <a:defRPr sz="1425" b="0">
                <a:solidFill>
                  <a:srgbClr val="536078"/>
                </a:solidFill>
              </a:defRPr>
            </a:lvl5pPr>
            <a:lvl6pPr>
              <a:buNone/>
              <a:defRPr sz="1425" b="0">
                <a:solidFill>
                  <a:srgbClr val="536078"/>
                </a:solidFill>
              </a:defRPr>
            </a:lvl6pPr>
            <a:lvl7pPr>
              <a:buNone/>
              <a:defRPr sz="1425" b="0">
                <a:solidFill>
                  <a:srgbClr val="536078"/>
                </a:solidFill>
              </a:defRPr>
            </a:lvl7pPr>
            <a:lvl8pPr>
              <a:buNone/>
              <a:defRPr sz="1425" b="0">
                <a:solidFill>
                  <a:srgbClr val="536078"/>
                </a:solidFill>
              </a:defRPr>
            </a:lvl8pPr>
            <a:lvl9pPr>
              <a:buNone/>
              <a:defRPr sz="1425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425" b="0">
                <a:solidFill>
                  <a:srgbClr val="536078"/>
                </a:solidFill>
              </a:defRPr>
            </a:pPr>
            <a:r>
              <a:rPr sz="1425" b="0">
                <a:solidFill>
                  <a:srgbClr val="536078"/>
                </a:solidFill>
              </a:rPr>
              <a:t>实验程序控制与统计调整共同使用；任务负荷、笔记及对话日志作为补充与过程资料。</a:t>
            </a:r>
            <a:endParaRPr sz="1425" b="0">
              <a:solidFill>
                <a:srgbClr val="536078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研究方法与思路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buNone/>
              <a:defRPr sz="2475" b="1">
                <a:solidFill>
                  <a:srgbClr val="344778"/>
                </a:solidFill>
              </a:defRPr>
            </a:lvl1pPr>
            <a:lvl2pPr>
              <a:buNone/>
              <a:defRPr sz="2475" b="1">
                <a:solidFill>
                  <a:srgbClr val="344778"/>
                </a:solidFill>
              </a:defRPr>
            </a:lvl2pPr>
            <a:lvl3pPr>
              <a:buNone/>
              <a:defRPr sz="2475" b="1">
                <a:solidFill>
                  <a:srgbClr val="344778"/>
                </a:solidFill>
              </a:defRPr>
            </a:lvl3pPr>
            <a:lvl4pPr>
              <a:buNone/>
              <a:defRPr sz="2475" b="1">
                <a:solidFill>
                  <a:srgbClr val="344778"/>
                </a:solidFill>
              </a:defRPr>
            </a:lvl4pPr>
            <a:lvl5pPr>
              <a:buNone/>
              <a:defRPr sz="2475" b="1">
                <a:solidFill>
                  <a:srgbClr val="344778"/>
                </a:solidFill>
              </a:defRPr>
            </a:lvl5pPr>
            <a:lvl6pPr>
              <a:buNone/>
              <a:defRPr sz="2475" b="1">
                <a:solidFill>
                  <a:srgbClr val="344778"/>
                </a:solidFill>
              </a:defRPr>
            </a:lvl6pPr>
            <a:lvl7pPr>
              <a:buNone/>
              <a:defRPr sz="2475" b="1">
                <a:solidFill>
                  <a:srgbClr val="344778"/>
                </a:solidFill>
              </a:defRPr>
            </a:lvl7pPr>
            <a:lvl8pPr>
              <a:buNone/>
              <a:defRPr sz="2475" b="1">
                <a:solidFill>
                  <a:srgbClr val="344778"/>
                </a:solidFill>
              </a:defRPr>
            </a:lvl8pPr>
            <a:lvl9pPr>
              <a:buNone/>
              <a:defRPr sz="24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研究三分析：比较独立后测表现，并检查评分质量</a:t>
            </a:r>
            <a:endParaRPr sz="2475" b="1">
              <a:solidFill>
                <a:srgbClr val="344778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2000" y="214312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主要效果检验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76625" y="2143125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分别以击中率、平均解释质量的后测得分建立协方差模型，调整对应前测和材料顺序。每个模型比较“苏格拉底组与通用组”“苏格拉底组与无AI组”，四项检验作Holm校正。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2000" y="3333750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评分一致性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476625" y="3333750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四位评分者独立盲评，先统一缺陷单元，再判定有效性并评分。</a:t>
            </a:r>
            <a:endParaRPr sz="1800" b="0">
              <a:solidFill>
                <a:srgbClr val="202C43"/>
              </a:solidFill>
            </a:endParaRPr>
          </a:p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采用Fleissκ评价有效性判定一致性，以ICC评价解释与概括评分一致性，保留复核前的独立评分。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2000" y="4524375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344778"/>
                </a:solidFill>
              </a:defRPr>
            </a:defPPr>
            <a:lvl1pPr>
              <a:buNone/>
              <a:defRPr sz="2025" b="1">
                <a:solidFill>
                  <a:srgbClr val="344778"/>
                </a:solidFill>
              </a:defRPr>
            </a:lvl1pPr>
            <a:lvl2pPr>
              <a:buNone/>
              <a:defRPr sz="2025" b="1">
                <a:solidFill>
                  <a:srgbClr val="344778"/>
                </a:solidFill>
              </a:defRPr>
            </a:lvl2pPr>
            <a:lvl3pPr>
              <a:buNone/>
              <a:defRPr sz="2025" b="1">
                <a:solidFill>
                  <a:srgbClr val="344778"/>
                </a:solidFill>
              </a:defRPr>
            </a:lvl3pPr>
            <a:lvl4pPr>
              <a:buNone/>
              <a:defRPr sz="2025" b="1">
                <a:solidFill>
                  <a:srgbClr val="344778"/>
                </a:solidFill>
              </a:defRPr>
            </a:lvl4pPr>
            <a:lvl5pPr>
              <a:buNone/>
              <a:defRPr sz="2025" b="1">
                <a:solidFill>
                  <a:srgbClr val="344778"/>
                </a:solidFill>
              </a:defRPr>
            </a:lvl5pPr>
            <a:lvl6pPr>
              <a:buNone/>
              <a:defRPr sz="2025" b="1">
                <a:solidFill>
                  <a:srgbClr val="344778"/>
                </a:solidFill>
              </a:defRPr>
            </a:lvl6pPr>
            <a:lvl7pPr>
              <a:buNone/>
              <a:defRPr sz="2025" b="1">
                <a:solidFill>
                  <a:srgbClr val="344778"/>
                </a:solidFill>
              </a:defRPr>
            </a:lvl7pPr>
            <a:lvl8pPr>
              <a:buNone/>
              <a:defRPr sz="2025" b="1">
                <a:solidFill>
                  <a:srgbClr val="344778"/>
                </a:solidFill>
              </a:defRPr>
            </a:lvl8pPr>
            <a:lvl9pPr>
              <a:buNone/>
              <a:defRPr sz="202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025" b="1">
                <a:solidFill>
                  <a:srgbClr val="344778"/>
                </a:solidFill>
              </a:defRPr>
            </a:pPr>
            <a:r>
              <a:rPr sz="2025" b="1">
                <a:solidFill>
                  <a:srgbClr val="344778"/>
                </a:solidFill>
              </a:rPr>
              <a:t>补充及过程分析</a:t>
            </a:r>
            <a:endParaRPr sz="2025" b="1">
              <a:solidFill>
                <a:srgbClr val="344778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476625" y="4524375"/>
            <a:ext cx="7905750" cy="99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ctr"/>
          <a:lstStyle>
            <a:defPPr>
              <a:defRPr sz="1800" b="0">
                <a:solidFill>
                  <a:srgbClr val="202C43"/>
                </a:solidFill>
              </a:defRPr>
            </a:defPPr>
            <a:lvl1pPr>
              <a:buNone/>
              <a:defRPr sz="1800" b="0">
                <a:solidFill>
                  <a:srgbClr val="202C43"/>
                </a:solidFill>
              </a:defRPr>
            </a:lvl1pPr>
            <a:lvl2pPr>
              <a:buNone/>
              <a:defRPr sz="1800" b="0">
                <a:solidFill>
                  <a:srgbClr val="202C43"/>
                </a:solidFill>
              </a:defRPr>
            </a:lvl2pPr>
            <a:lvl3pPr>
              <a:buNone/>
              <a:defRPr sz="1800" b="0">
                <a:solidFill>
                  <a:srgbClr val="202C43"/>
                </a:solidFill>
              </a:defRPr>
            </a:lvl3pPr>
            <a:lvl4pPr>
              <a:buNone/>
              <a:defRPr sz="1800" b="0">
                <a:solidFill>
                  <a:srgbClr val="202C43"/>
                </a:solidFill>
              </a:defRPr>
            </a:lvl4pPr>
            <a:lvl5pPr>
              <a:buNone/>
              <a:defRPr sz="1800" b="0">
                <a:solidFill>
                  <a:srgbClr val="202C43"/>
                </a:solidFill>
              </a:defRPr>
            </a:lvl5pPr>
            <a:lvl6pPr>
              <a:buNone/>
              <a:defRPr sz="1800" b="0">
                <a:solidFill>
                  <a:srgbClr val="202C43"/>
                </a:solidFill>
              </a:defRPr>
            </a:lvl6pPr>
            <a:lvl7pPr>
              <a:buNone/>
              <a:defRPr sz="1800" b="0">
                <a:solidFill>
                  <a:srgbClr val="202C43"/>
                </a:solidFill>
              </a:defRPr>
            </a:lvl7pPr>
            <a:lvl8pPr>
              <a:buNone/>
              <a:defRPr sz="1800" b="0">
                <a:solidFill>
                  <a:srgbClr val="202C43"/>
                </a:solidFill>
              </a:defRPr>
            </a:lvl8pPr>
            <a:lvl9pPr>
              <a:buNone/>
              <a:defRPr sz="1800" b="0">
                <a:solidFill>
                  <a:srgbClr val="202C43"/>
                </a:solidFill>
              </a:defRPr>
            </a:lvl9pPr>
          </a:lstStyle>
          <a:p>
            <a:pPr>
              <a:buNone/>
              <a:defRPr sz="1800" b="0">
                <a:solidFill>
                  <a:srgbClr val="202C43"/>
                </a:solidFill>
              </a:defRPr>
            </a:pPr>
            <a:r>
              <a:rPr sz="1800" b="0">
                <a:solidFill>
                  <a:srgbClr val="202C43"/>
                </a:solidFill>
              </a:rPr>
              <a:t>另行比较概括与精确率，检验CCTDI交互项，报告任务负荷。对话编码区分自主解释、提示后解释、复述AI及判断修正，用来描述互动策略和学生的生成活动。</a:t>
            </a:r>
            <a:endParaRPr sz="1800" b="0">
              <a:solidFill>
                <a:srgbClr val="202C43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42950" y="5886450"/>
            <a:ext cx="10668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315" b="0">
                <a:solidFill>
                  <a:srgbClr val="536078"/>
                </a:solidFill>
              </a:defRPr>
            </a:defPPr>
            <a:lvl1pPr>
              <a:buNone/>
              <a:defRPr sz="1315" b="0">
                <a:solidFill>
                  <a:srgbClr val="536078"/>
                </a:solidFill>
              </a:defRPr>
            </a:lvl1pPr>
            <a:lvl2pPr>
              <a:buNone/>
              <a:defRPr sz="1315" b="0">
                <a:solidFill>
                  <a:srgbClr val="536078"/>
                </a:solidFill>
              </a:defRPr>
            </a:lvl2pPr>
            <a:lvl3pPr>
              <a:buNone/>
              <a:defRPr sz="1315" b="0">
                <a:solidFill>
                  <a:srgbClr val="536078"/>
                </a:solidFill>
              </a:defRPr>
            </a:lvl3pPr>
            <a:lvl4pPr>
              <a:buNone/>
              <a:defRPr sz="1315" b="0">
                <a:solidFill>
                  <a:srgbClr val="536078"/>
                </a:solidFill>
              </a:defRPr>
            </a:lvl4pPr>
            <a:lvl5pPr>
              <a:buNone/>
              <a:defRPr sz="1315" b="0">
                <a:solidFill>
                  <a:srgbClr val="536078"/>
                </a:solidFill>
              </a:defRPr>
            </a:lvl5pPr>
            <a:lvl6pPr>
              <a:buNone/>
              <a:defRPr sz="1315" b="0">
                <a:solidFill>
                  <a:srgbClr val="536078"/>
                </a:solidFill>
              </a:defRPr>
            </a:lvl6pPr>
            <a:lvl7pPr>
              <a:buNone/>
              <a:defRPr sz="1315" b="0">
                <a:solidFill>
                  <a:srgbClr val="536078"/>
                </a:solidFill>
              </a:defRPr>
            </a:lvl7pPr>
            <a:lvl8pPr>
              <a:buNone/>
              <a:defRPr sz="1315" b="0">
                <a:solidFill>
                  <a:srgbClr val="536078"/>
                </a:solidFill>
              </a:defRPr>
            </a:lvl8pPr>
            <a:lvl9pPr>
              <a:buNone/>
              <a:defRPr sz="1315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315" b="0">
                <a:solidFill>
                  <a:srgbClr val="536078"/>
                </a:solidFill>
              </a:defRPr>
            </a:pPr>
            <a:r>
              <a:rPr sz="1315" b="0">
                <a:solidFill>
                  <a:srgbClr val="536078"/>
                </a:solidFill>
              </a:rPr>
              <a:t>前测调整：Vickers &amp; Altman (2001). 多重比较：Holm (1979).</a:t>
            </a:r>
            <a:endParaRPr sz="1315" b="0">
              <a:solidFill>
                <a:srgbClr val="536078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觅知网-不倒翁ID:189359941"/>
          <p:cNvSpPr>
            <a:spLocks noGrp="1"/>
          </p:cNvSpPr>
          <p:nvPr/>
        </p:nvSpPr>
        <p:spPr>
          <a:xfrm>
            <a:off x="5227157" y="1844355"/>
            <a:ext cx="1728192" cy="5232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10" name="觅知网-不倒翁ID:189359941"/>
          <p:cNvSpPr>
            <a:spLocks noGrp="1"/>
          </p:cNvSpPr>
          <p:nvPr/>
        </p:nvSpPr>
        <p:spPr>
          <a:xfrm flipV="1">
            <a:off x="6036643" y="2356198"/>
            <a:ext cx="109220" cy="9415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11" name="觅知网-不倒翁ID:189359941"/>
          <p:cNvSpPr>
            <a:spLocks noGrp="1"/>
          </p:cNvSpPr>
          <p:nvPr/>
        </p:nvSpPr>
        <p:spPr>
          <a:xfrm>
            <a:off x="3261363" y="2659881"/>
            <a:ext cx="5669280" cy="11988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7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预期实验结果</a:t>
            </a:r>
            <a:endParaRPr sz="7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觅知网-不倒翁ID:189359941"/>
          <p:cNvSpPr>
            <a:spLocks noGrp="1"/>
          </p:cNvSpPr>
          <p:nvPr/>
        </p:nvSpPr>
        <p:spPr>
          <a:xfrm>
            <a:off x="5390213" y="1880056"/>
            <a:ext cx="14020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2400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第</a:t>
            </a:r>
            <a:r>
              <a:rPr lang="zh-CN" sz="2400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四</a:t>
            </a:r>
            <a:r>
              <a:rPr sz="2400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部分</a:t>
            </a:r>
            <a:endParaRPr sz="2400">
              <a:solidFill>
                <a:schemeClr val="bg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2964214" y="3911559"/>
            <a:ext cx="625407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" name="觅知网-不倒翁ID:189359941"/>
          <p:cNvSpPr>
            <a:spLocks noGrp="1"/>
          </p:cNvSpPr>
          <p:nvPr/>
        </p:nvSpPr>
        <p:spPr>
          <a:xfrm>
            <a:off x="323" y="5511138"/>
            <a:ext cx="12191677" cy="1346862"/>
          </a:xfrm>
          <a:custGeom>
            <a:avLst/>
            <a:gdLst>
              <a:gd name="connsiteX0" fmla="*/ 12191677 w 12191677"/>
              <a:gd name="connsiteY0" fmla="*/ 0 h 1346862"/>
              <a:gd name="connsiteX1" fmla="*/ 12191677 w 12191677"/>
              <a:gd name="connsiteY1" fmla="*/ 1346862 h 1346862"/>
              <a:gd name="connsiteX2" fmla="*/ 0 w 12191677"/>
              <a:gd name="connsiteY2" fmla="*/ 1346862 h 1346862"/>
              <a:gd name="connsiteX3" fmla="*/ 0 w 12191677"/>
              <a:gd name="connsiteY3" fmla="*/ 42381 h 1346862"/>
              <a:gd name="connsiteX4" fmla="*/ 11935898 w 12191677"/>
              <a:gd name="connsiteY4" fmla="*/ 70915 h 1346862"/>
            </a:gdLst>
            <a:ahLst/>
            <a:cxnLst/>
            <a:rect l="l" t="t" r="r" b="b"/>
            <a:pathLst>
              <a:path w="12191677" h="1346862">
                <a:moveTo>
                  <a:pt x="12191677" y="0"/>
                </a:moveTo>
                <a:lnTo>
                  <a:pt x="12191677" y="1346862"/>
                </a:lnTo>
                <a:lnTo>
                  <a:pt x="0" y="1346862"/>
                </a:lnTo>
                <a:lnTo>
                  <a:pt x="0" y="42381"/>
                </a:lnTo>
                <a:cubicBezTo>
                  <a:pt x="3090122" y="758737"/>
                  <a:pt x="8949245" y="844902"/>
                  <a:pt x="11935898" y="70915"/>
                </a:cubicBezTo>
                <a:close/>
              </a:path>
            </a:pathLst>
          </a:custGeom>
          <a:solidFill>
            <a:srgbClr val="344778"/>
          </a:solidFill>
          <a:ln w="25400" cap="flat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86677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705" b="0" i="0" u="none" strike="noStrike" kern="0" cap="none" spc="0" baseline="0">
              <a:ln>
                <a:noFill/>
              </a:ln>
              <a:solidFill>
                <a:sysClr val="window" lastClr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预期实验结果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圆角矩形 21"/>
          <p:cNvSpPr>
            <a:spLocks noGrp="1"/>
          </p:cNvSpPr>
          <p:nvPr/>
        </p:nvSpPr>
        <p:spPr>
          <a:xfrm>
            <a:off x="647700" y="1981200"/>
            <a:ext cx="10906125" cy="4114800"/>
          </a:xfrm>
          <a:prstGeom prst="roundRect">
            <a:avLst>
              <a:gd name="adj" fmla="val 1157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23900" y="1476375"/>
            <a:ext cx="10810875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344778"/>
                </a:solidFill>
              </a:defRPr>
            </a:defPPr>
            <a:lvl1pPr algn="l">
              <a:defRPr sz="2400" b="1">
                <a:solidFill>
                  <a:srgbClr val="344778"/>
                </a:solidFill>
              </a:defRPr>
            </a:lvl1pPr>
            <a:lvl2pPr algn="l">
              <a:defRPr sz="2400" b="1">
                <a:solidFill>
                  <a:srgbClr val="344778"/>
                </a:solidFill>
              </a:defRPr>
            </a:lvl2pPr>
            <a:lvl3pPr algn="l">
              <a:defRPr sz="2400" b="1">
                <a:solidFill>
                  <a:srgbClr val="344778"/>
                </a:solidFill>
              </a:defRPr>
            </a:lvl3pPr>
            <a:lvl4pPr algn="l">
              <a:defRPr sz="2400" b="1">
                <a:solidFill>
                  <a:srgbClr val="344778"/>
                </a:solidFill>
              </a:defRPr>
            </a:lvl4pPr>
            <a:lvl5pPr algn="l">
              <a:defRPr sz="2400" b="1">
                <a:solidFill>
                  <a:srgbClr val="344778"/>
                </a:solidFill>
              </a:defRPr>
            </a:lvl5pPr>
            <a:lvl6pPr algn="l">
              <a:defRPr sz="2400" b="1">
                <a:solidFill>
                  <a:srgbClr val="344778"/>
                </a:solidFill>
              </a:defRPr>
            </a:lvl6pPr>
            <a:lvl7pPr algn="l">
              <a:defRPr sz="2400" b="1">
                <a:solidFill>
                  <a:srgbClr val="344778"/>
                </a:solidFill>
              </a:defRPr>
            </a:lvl7pPr>
            <a:lvl8pPr algn="l">
              <a:defRPr sz="2400" b="1">
                <a:solidFill>
                  <a:srgbClr val="344778"/>
                </a:solidFill>
              </a:defRPr>
            </a:lvl8pPr>
            <a:lvl9pPr algn="l">
              <a:defRPr sz="2400" b="1">
                <a:solidFill>
                  <a:srgbClr val="344778"/>
                </a:solidFill>
              </a:defRPr>
            </a:lvl9pPr>
          </a:lstStyle>
          <a:p>
            <a:pPr algn="l">
              <a:defRPr sz="2400" b="1">
                <a:solidFill>
                  <a:srgbClr val="344778"/>
                </a:solidFill>
              </a:defRPr>
            </a:pPr>
            <a:r>
              <a:rPr sz="2400" b="1">
                <a:solidFill>
                  <a:srgbClr val="344778"/>
                </a:solidFill>
              </a:rPr>
              <a:t>主要因变量：缺陷识别与解释质量</a:t>
            </a:r>
            <a:endParaRPr sz="2400" b="1">
              <a:solidFill>
                <a:srgbClr val="344778"/>
              </a:solidFill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3381375" y="2133600"/>
            <a:ext cx="228600" cy="0"/>
          </a:xfrm>
          <a:prstGeom prst="straightConnector1">
            <a:avLst/>
          </a:prstGeom>
          <a:ln w="28575">
            <a:solidFill>
              <a:srgbClr val="397BC4"/>
            </a:solidFill>
            <a:prstDash val="solid"/>
          </a:ln>
        </p:spPr>
      </p:cxnSp>
      <p:sp>
        <p:nvSpPr>
          <p:cNvPr id="25" name="矩形 24"/>
          <p:cNvSpPr>
            <a:spLocks noGrp="1"/>
          </p:cNvSpPr>
          <p:nvPr/>
        </p:nvSpPr>
        <p:spPr>
          <a:xfrm>
            <a:off x="3686175" y="2009775"/>
            <a:ext cx="2190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397BC4"/>
                </a:solidFill>
              </a:defRPr>
            </a:defPPr>
            <a:lvl1pPr algn="l">
              <a:defRPr sz="1350" b="0">
                <a:solidFill>
                  <a:srgbClr val="397BC4"/>
                </a:solidFill>
              </a:defRPr>
            </a:lvl1pPr>
            <a:lvl2pPr algn="l">
              <a:defRPr sz="1350" b="0">
                <a:solidFill>
                  <a:srgbClr val="397BC4"/>
                </a:solidFill>
              </a:defRPr>
            </a:lvl2pPr>
            <a:lvl3pPr algn="l">
              <a:defRPr sz="1350" b="0">
                <a:solidFill>
                  <a:srgbClr val="397BC4"/>
                </a:solidFill>
              </a:defRPr>
            </a:lvl3pPr>
            <a:lvl4pPr algn="l">
              <a:defRPr sz="1350" b="0">
                <a:solidFill>
                  <a:srgbClr val="397BC4"/>
                </a:solidFill>
              </a:defRPr>
            </a:lvl4pPr>
            <a:lvl5pPr algn="l">
              <a:defRPr sz="1350" b="0">
                <a:solidFill>
                  <a:srgbClr val="397BC4"/>
                </a:solidFill>
              </a:defRPr>
            </a:lvl5pPr>
            <a:lvl6pPr algn="l">
              <a:defRPr sz="1350" b="0">
                <a:solidFill>
                  <a:srgbClr val="397BC4"/>
                </a:solidFill>
              </a:defRPr>
            </a:lvl6pPr>
            <a:lvl7pPr algn="l">
              <a:defRPr sz="1350" b="0">
                <a:solidFill>
                  <a:srgbClr val="397BC4"/>
                </a:solidFill>
              </a:defRPr>
            </a:lvl7pPr>
            <a:lvl8pPr algn="l">
              <a:defRPr sz="1350" b="0">
                <a:solidFill>
                  <a:srgbClr val="397BC4"/>
                </a:solidFill>
              </a:defRPr>
            </a:lvl8pPr>
            <a:lvl9pPr algn="l">
              <a:defRPr sz="1350" b="0">
                <a:solidFill>
                  <a:srgbClr val="397BC4"/>
                </a:solidFill>
              </a:defRPr>
            </a:lvl9pPr>
          </a:lstStyle>
          <a:p>
            <a:pPr algn="l">
              <a:defRPr sz="1350" b="0">
                <a:solidFill>
                  <a:srgbClr val="397BC4"/>
                </a:solidFill>
              </a:defRPr>
            </a:pPr>
            <a:r>
              <a:rPr sz="1350" b="0">
                <a:solidFill>
                  <a:srgbClr val="397BC4"/>
                </a:solidFill>
              </a:rPr>
              <a:t>苏格拉底式Agent</a:t>
            </a:r>
            <a:endParaRPr sz="1350" b="0">
              <a:solidFill>
                <a:srgbClr val="397BC4"/>
              </a:solidFill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>
            <a:off x="5572125" y="2133600"/>
            <a:ext cx="228600" cy="0"/>
          </a:xfrm>
          <a:prstGeom prst="straightConnector1">
            <a:avLst/>
          </a:prstGeom>
          <a:ln w="28575">
            <a:solidFill>
              <a:srgbClr val="439C91"/>
            </a:solidFill>
            <a:prstDash val="solid"/>
          </a:ln>
        </p:spPr>
      </p:cxnSp>
      <p:sp>
        <p:nvSpPr>
          <p:cNvPr id="27" name="矩形 26"/>
          <p:cNvSpPr>
            <a:spLocks noGrp="1"/>
          </p:cNvSpPr>
          <p:nvPr/>
        </p:nvSpPr>
        <p:spPr>
          <a:xfrm>
            <a:off x="5876925" y="2009775"/>
            <a:ext cx="1714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439C91"/>
                </a:solidFill>
              </a:defRPr>
            </a:defPPr>
            <a:lvl1pPr algn="l">
              <a:defRPr sz="1350" b="0">
                <a:solidFill>
                  <a:srgbClr val="439C91"/>
                </a:solidFill>
              </a:defRPr>
            </a:lvl1pPr>
            <a:lvl2pPr algn="l">
              <a:defRPr sz="1350" b="0">
                <a:solidFill>
                  <a:srgbClr val="439C91"/>
                </a:solidFill>
              </a:defRPr>
            </a:lvl2pPr>
            <a:lvl3pPr algn="l">
              <a:defRPr sz="1350" b="0">
                <a:solidFill>
                  <a:srgbClr val="439C91"/>
                </a:solidFill>
              </a:defRPr>
            </a:lvl3pPr>
            <a:lvl4pPr algn="l">
              <a:defRPr sz="1350" b="0">
                <a:solidFill>
                  <a:srgbClr val="439C91"/>
                </a:solidFill>
              </a:defRPr>
            </a:lvl4pPr>
            <a:lvl5pPr algn="l">
              <a:defRPr sz="1350" b="0">
                <a:solidFill>
                  <a:srgbClr val="439C91"/>
                </a:solidFill>
              </a:defRPr>
            </a:lvl5pPr>
            <a:lvl6pPr algn="l">
              <a:defRPr sz="1350" b="0">
                <a:solidFill>
                  <a:srgbClr val="439C91"/>
                </a:solidFill>
              </a:defRPr>
            </a:lvl6pPr>
            <a:lvl7pPr algn="l">
              <a:defRPr sz="1350" b="0">
                <a:solidFill>
                  <a:srgbClr val="439C91"/>
                </a:solidFill>
              </a:defRPr>
            </a:lvl7pPr>
            <a:lvl8pPr algn="l">
              <a:defRPr sz="1350" b="0">
                <a:solidFill>
                  <a:srgbClr val="439C91"/>
                </a:solidFill>
              </a:defRPr>
            </a:lvl8pPr>
            <a:lvl9pPr algn="l">
              <a:defRPr sz="1350" b="0">
                <a:solidFill>
                  <a:srgbClr val="439C91"/>
                </a:solidFill>
              </a:defRPr>
            </a:lvl9pPr>
          </a:lstStyle>
          <a:p>
            <a:pPr algn="l">
              <a:defRPr sz="1350" b="0">
                <a:solidFill>
                  <a:srgbClr val="439C91"/>
                </a:solidFill>
              </a:defRPr>
            </a:pPr>
            <a:r>
              <a:rPr sz="1350" b="0">
                <a:solidFill>
                  <a:srgbClr val="439C91"/>
                </a:solidFill>
              </a:rPr>
              <a:t>通用Agent</a:t>
            </a:r>
            <a:endParaRPr sz="1350" b="0">
              <a:solidFill>
                <a:srgbClr val="439C91"/>
              </a:solidFill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7286625" y="2133600"/>
            <a:ext cx="228600" cy="0"/>
          </a:xfrm>
          <a:prstGeom prst="straightConnector1">
            <a:avLst/>
          </a:prstGeom>
          <a:ln w="28575">
            <a:solidFill>
              <a:srgbClr val="8791A0"/>
            </a:solidFill>
            <a:prstDash val="solid"/>
          </a:ln>
        </p:spPr>
      </p:cxnSp>
      <p:sp>
        <p:nvSpPr>
          <p:cNvPr id="29" name="矩形 28"/>
          <p:cNvSpPr>
            <a:spLocks noGrp="1"/>
          </p:cNvSpPr>
          <p:nvPr/>
        </p:nvSpPr>
        <p:spPr>
          <a:xfrm>
            <a:off x="7591425" y="2009775"/>
            <a:ext cx="1047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8791A0"/>
                </a:solidFill>
              </a:defRPr>
            </a:defPPr>
            <a:lvl1pPr algn="l">
              <a:defRPr sz="1350" b="0">
                <a:solidFill>
                  <a:srgbClr val="8791A0"/>
                </a:solidFill>
              </a:defRPr>
            </a:lvl1pPr>
            <a:lvl2pPr algn="l">
              <a:defRPr sz="1350" b="0">
                <a:solidFill>
                  <a:srgbClr val="8791A0"/>
                </a:solidFill>
              </a:defRPr>
            </a:lvl2pPr>
            <a:lvl3pPr algn="l">
              <a:defRPr sz="1350" b="0">
                <a:solidFill>
                  <a:srgbClr val="8791A0"/>
                </a:solidFill>
              </a:defRPr>
            </a:lvl3pPr>
            <a:lvl4pPr algn="l">
              <a:defRPr sz="1350" b="0">
                <a:solidFill>
                  <a:srgbClr val="8791A0"/>
                </a:solidFill>
              </a:defRPr>
            </a:lvl4pPr>
            <a:lvl5pPr algn="l">
              <a:defRPr sz="1350" b="0">
                <a:solidFill>
                  <a:srgbClr val="8791A0"/>
                </a:solidFill>
              </a:defRPr>
            </a:lvl5pPr>
            <a:lvl6pPr algn="l">
              <a:defRPr sz="1350" b="0">
                <a:solidFill>
                  <a:srgbClr val="8791A0"/>
                </a:solidFill>
              </a:defRPr>
            </a:lvl6pPr>
            <a:lvl7pPr algn="l">
              <a:defRPr sz="1350" b="0">
                <a:solidFill>
                  <a:srgbClr val="8791A0"/>
                </a:solidFill>
              </a:defRPr>
            </a:lvl7pPr>
            <a:lvl8pPr algn="l">
              <a:defRPr sz="1350" b="0">
                <a:solidFill>
                  <a:srgbClr val="8791A0"/>
                </a:solidFill>
              </a:defRPr>
            </a:lvl8pPr>
            <a:lvl9pPr algn="l">
              <a:defRPr sz="1350" b="0">
                <a:solidFill>
                  <a:srgbClr val="8791A0"/>
                </a:solidFill>
              </a:defRPr>
            </a:lvl9pPr>
          </a:lstStyle>
          <a:p>
            <a:pPr algn="l">
              <a:defRPr sz="1350" b="0">
                <a:solidFill>
                  <a:srgbClr val="8791A0"/>
                </a:solidFill>
              </a:defRPr>
            </a:pPr>
            <a:r>
              <a:rPr sz="1350" b="0">
                <a:solidFill>
                  <a:srgbClr val="8791A0"/>
                </a:solidFill>
              </a:rPr>
              <a:t>无AI</a:t>
            </a:r>
            <a:endParaRPr sz="1350" b="0">
              <a:solidFill>
                <a:srgbClr val="8791A0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57250" y="238125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344778"/>
                </a:solidFill>
              </a:defRPr>
            </a:defPPr>
            <a:lvl1pPr algn="ctr">
              <a:defRPr sz="1800" b="1">
                <a:solidFill>
                  <a:srgbClr val="344778"/>
                </a:solidFill>
              </a:defRPr>
            </a:lvl1pPr>
            <a:lvl2pPr algn="ctr">
              <a:defRPr sz="1800" b="1">
                <a:solidFill>
                  <a:srgbClr val="344778"/>
                </a:solidFill>
              </a:defRPr>
            </a:lvl2pPr>
            <a:lvl3pPr algn="ctr">
              <a:defRPr sz="1800" b="1">
                <a:solidFill>
                  <a:srgbClr val="344778"/>
                </a:solidFill>
              </a:defRPr>
            </a:lvl3pPr>
            <a:lvl4pPr algn="ctr">
              <a:defRPr sz="1800" b="1">
                <a:solidFill>
                  <a:srgbClr val="344778"/>
                </a:solidFill>
              </a:defRPr>
            </a:lvl4pPr>
            <a:lvl5pPr algn="ctr">
              <a:defRPr sz="1800" b="1">
                <a:solidFill>
                  <a:srgbClr val="344778"/>
                </a:solidFill>
              </a:defRPr>
            </a:lvl5pPr>
            <a:lvl6pPr algn="ctr">
              <a:defRPr sz="1800" b="1">
                <a:solidFill>
                  <a:srgbClr val="344778"/>
                </a:solidFill>
              </a:defRPr>
            </a:lvl6pPr>
            <a:lvl7pPr algn="ctr">
              <a:defRPr sz="1800" b="1">
                <a:solidFill>
                  <a:srgbClr val="344778"/>
                </a:solidFill>
              </a:defRPr>
            </a:lvl7pPr>
            <a:lvl8pPr algn="ctr">
              <a:defRPr sz="1800" b="1">
                <a:solidFill>
                  <a:srgbClr val="344778"/>
                </a:solidFill>
              </a:defRPr>
            </a:lvl8pPr>
            <a:lvl9pPr algn="ctr">
              <a:defRPr sz="1800" b="1">
                <a:solidFill>
                  <a:srgbClr val="344778"/>
                </a:solidFill>
              </a:defRPr>
            </a:lvl9pPr>
          </a:lstStyle>
          <a:p>
            <a:pPr algn="ctr">
              <a:defRPr sz="1800" b="1">
                <a:solidFill>
                  <a:srgbClr val="344778"/>
                </a:solidFill>
              </a:defRPr>
            </a:pPr>
            <a:r>
              <a:rPr sz="1800" b="1">
                <a:solidFill>
                  <a:srgbClr val="344778"/>
                </a:solidFill>
              </a:rPr>
              <a:t>缺陷识别击中率</a:t>
            </a:r>
            <a:endParaRPr sz="1800" b="1">
              <a:solidFill>
                <a:srgbClr val="344778"/>
              </a:solidFill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1381125" y="2857500"/>
            <a:ext cx="0" cy="1476375"/>
          </a:xfrm>
          <a:prstGeom prst="straightConnector1">
            <a:avLst/>
          </a:prstGeom>
          <a:ln w="13335">
            <a:solidFill>
              <a:srgbClr val="67768D"/>
            </a:solidFill>
            <a:prstDash val="solid"/>
          </a:ln>
        </p:spPr>
      </p:cxnSp>
      <p:cxnSp>
        <p:nvCxnSpPr>
          <p:cNvPr id="32" name="直接箭头连接符 31"/>
          <p:cNvCxnSpPr/>
          <p:nvPr/>
        </p:nvCxnSpPr>
        <p:spPr>
          <a:xfrm>
            <a:off x="1381125" y="4333875"/>
            <a:ext cx="3524250" cy="0"/>
          </a:xfrm>
          <a:prstGeom prst="straightConnector1">
            <a:avLst/>
          </a:prstGeom>
          <a:ln w="13335">
            <a:solidFill>
              <a:srgbClr val="67768D"/>
            </a:solidFill>
            <a:prstDash val="solid"/>
          </a:ln>
        </p:spPr>
      </p:cxnSp>
      <p:sp>
        <p:nvSpPr>
          <p:cNvPr id="33" name="矩形 32"/>
          <p:cNvSpPr>
            <a:spLocks noGrp="1"/>
          </p:cNvSpPr>
          <p:nvPr/>
        </p:nvSpPr>
        <p:spPr>
          <a:xfrm>
            <a:off x="1009650" y="2762250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0">
                <a:solidFill>
                  <a:srgbClr val="67768D"/>
                </a:solidFill>
              </a:defRPr>
            </a:defPPr>
            <a:lvl1pPr algn="l">
              <a:defRPr sz="1275" b="0">
                <a:solidFill>
                  <a:srgbClr val="67768D"/>
                </a:solidFill>
              </a:defRPr>
            </a:lvl1pPr>
            <a:lvl2pPr algn="l">
              <a:defRPr sz="1275" b="0">
                <a:solidFill>
                  <a:srgbClr val="67768D"/>
                </a:solidFill>
              </a:defRPr>
            </a:lvl2pPr>
            <a:lvl3pPr algn="l">
              <a:defRPr sz="1275" b="0">
                <a:solidFill>
                  <a:srgbClr val="67768D"/>
                </a:solidFill>
              </a:defRPr>
            </a:lvl3pPr>
            <a:lvl4pPr algn="l">
              <a:defRPr sz="1275" b="0">
                <a:solidFill>
                  <a:srgbClr val="67768D"/>
                </a:solidFill>
              </a:defRPr>
            </a:lvl4pPr>
            <a:lvl5pPr algn="l">
              <a:defRPr sz="1275" b="0">
                <a:solidFill>
                  <a:srgbClr val="67768D"/>
                </a:solidFill>
              </a:defRPr>
            </a:lvl5pPr>
            <a:lvl6pPr algn="l">
              <a:defRPr sz="1275" b="0">
                <a:solidFill>
                  <a:srgbClr val="67768D"/>
                </a:solidFill>
              </a:defRPr>
            </a:lvl6pPr>
            <a:lvl7pPr algn="l">
              <a:defRPr sz="1275" b="0">
                <a:solidFill>
                  <a:srgbClr val="67768D"/>
                </a:solidFill>
              </a:defRPr>
            </a:lvl7pPr>
            <a:lvl8pPr algn="l">
              <a:defRPr sz="1275" b="0">
                <a:solidFill>
                  <a:srgbClr val="67768D"/>
                </a:solidFill>
              </a:defRPr>
            </a:lvl8pPr>
            <a:lvl9pPr algn="l">
              <a:defRPr sz="1275" b="0">
                <a:solidFill>
                  <a:srgbClr val="67768D"/>
                </a:solidFill>
              </a:defRPr>
            </a:lvl9pPr>
          </a:lstStyle>
          <a:p>
            <a:pPr algn="l">
              <a:defRPr sz="1275" b="0">
                <a:solidFill>
                  <a:srgbClr val="67768D"/>
                </a:solidFill>
              </a:defRPr>
            </a:pPr>
            <a:r>
              <a:rPr sz="1275" b="0">
                <a:solidFill>
                  <a:srgbClr val="67768D"/>
                </a:solidFill>
              </a:rPr>
              <a:t>高</a:t>
            </a:r>
            <a:endParaRPr sz="1275" b="0">
              <a:solidFill>
                <a:srgbClr val="67768D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009650" y="4048125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0">
                <a:solidFill>
                  <a:srgbClr val="67768D"/>
                </a:solidFill>
              </a:defRPr>
            </a:defPPr>
            <a:lvl1pPr algn="l">
              <a:defRPr sz="1275" b="0">
                <a:solidFill>
                  <a:srgbClr val="67768D"/>
                </a:solidFill>
              </a:defRPr>
            </a:lvl1pPr>
            <a:lvl2pPr algn="l">
              <a:defRPr sz="1275" b="0">
                <a:solidFill>
                  <a:srgbClr val="67768D"/>
                </a:solidFill>
              </a:defRPr>
            </a:lvl2pPr>
            <a:lvl3pPr algn="l">
              <a:defRPr sz="1275" b="0">
                <a:solidFill>
                  <a:srgbClr val="67768D"/>
                </a:solidFill>
              </a:defRPr>
            </a:lvl3pPr>
            <a:lvl4pPr algn="l">
              <a:defRPr sz="1275" b="0">
                <a:solidFill>
                  <a:srgbClr val="67768D"/>
                </a:solidFill>
              </a:defRPr>
            </a:lvl4pPr>
            <a:lvl5pPr algn="l">
              <a:defRPr sz="1275" b="0">
                <a:solidFill>
                  <a:srgbClr val="67768D"/>
                </a:solidFill>
              </a:defRPr>
            </a:lvl5pPr>
            <a:lvl6pPr algn="l">
              <a:defRPr sz="1275" b="0">
                <a:solidFill>
                  <a:srgbClr val="67768D"/>
                </a:solidFill>
              </a:defRPr>
            </a:lvl6pPr>
            <a:lvl7pPr algn="l">
              <a:defRPr sz="1275" b="0">
                <a:solidFill>
                  <a:srgbClr val="67768D"/>
                </a:solidFill>
              </a:defRPr>
            </a:lvl7pPr>
            <a:lvl8pPr algn="l">
              <a:defRPr sz="1275" b="0">
                <a:solidFill>
                  <a:srgbClr val="67768D"/>
                </a:solidFill>
              </a:defRPr>
            </a:lvl8pPr>
            <a:lvl9pPr algn="l">
              <a:defRPr sz="1275" b="0">
                <a:solidFill>
                  <a:srgbClr val="67768D"/>
                </a:solidFill>
              </a:defRPr>
            </a:lvl9pPr>
          </a:lstStyle>
          <a:p>
            <a:pPr algn="l">
              <a:defRPr sz="1275" b="0">
                <a:solidFill>
                  <a:srgbClr val="67768D"/>
                </a:solidFill>
              </a:defRPr>
            </a:pPr>
            <a:r>
              <a:rPr sz="1275" b="0">
                <a:solidFill>
                  <a:srgbClr val="67768D"/>
                </a:solidFill>
              </a:rPr>
              <a:t>低</a:t>
            </a:r>
            <a:endParaRPr sz="1275" b="0">
              <a:solidFill>
                <a:srgbClr val="67768D"/>
              </a:solidFill>
            </a:endParaRPr>
          </a:p>
        </p:txBody>
      </p:sp>
      <p:cxnSp>
        <p:nvCxnSpPr>
          <p:cNvPr id="35" name="RISE"/>
          <p:cNvCxnSpPr/>
          <p:nvPr/>
        </p:nvCxnSpPr>
        <p:spPr>
          <a:xfrm flipV="1">
            <a:off x="1666875" y="3971925"/>
            <a:ext cx="2905125" cy="152400"/>
          </a:xfrm>
          <a:prstGeom prst="straightConnector1">
            <a:avLst/>
          </a:prstGeom>
          <a:ln w="28575">
            <a:solidFill>
              <a:srgbClr val="8791A0"/>
            </a:solidFill>
            <a:prstDash val="dash"/>
          </a:ln>
        </p:spPr>
      </p:cxnSp>
      <p:sp>
        <p:nvSpPr>
          <p:cNvPr id="36" name="椭圆 35"/>
          <p:cNvSpPr>
            <a:spLocks noGrp="1"/>
          </p:cNvSpPr>
          <p:nvPr/>
        </p:nvSpPr>
        <p:spPr>
          <a:xfrm>
            <a:off x="1628775" y="4086225"/>
            <a:ext cx="76200" cy="76200"/>
          </a:xfrm>
          <a:prstGeom prst="ellipse">
            <a:avLst/>
          </a:prstGeom>
          <a:solidFill>
            <a:srgbClr val="8791A0"/>
          </a:solidFill>
          <a:ln w="0">
            <a:solidFill>
              <a:srgbClr val="8791A0"/>
            </a:solidFill>
          </a:ln>
        </p:spPr>
      </p:sp>
      <p:sp>
        <p:nvSpPr>
          <p:cNvPr id="37" name="椭圆 36"/>
          <p:cNvSpPr>
            <a:spLocks noGrp="1"/>
          </p:cNvSpPr>
          <p:nvPr/>
        </p:nvSpPr>
        <p:spPr>
          <a:xfrm>
            <a:off x="4533900" y="3933825"/>
            <a:ext cx="76200" cy="76200"/>
          </a:xfrm>
          <a:prstGeom prst="ellipse">
            <a:avLst/>
          </a:prstGeom>
          <a:solidFill>
            <a:srgbClr val="8791A0"/>
          </a:solidFill>
          <a:ln w="0">
            <a:solidFill>
              <a:srgbClr val="8791A0"/>
            </a:solidFill>
          </a:ln>
        </p:spPr>
      </p:sp>
      <p:cxnSp>
        <p:nvCxnSpPr>
          <p:cNvPr id="38" name="RISE"/>
          <p:cNvCxnSpPr/>
          <p:nvPr/>
        </p:nvCxnSpPr>
        <p:spPr>
          <a:xfrm flipV="1">
            <a:off x="1666875" y="3819525"/>
            <a:ext cx="2905125" cy="304800"/>
          </a:xfrm>
          <a:prstGeom prst="straightConnector1">
            <a:avLst/>
          </a:prstGeom>
          <a:ln w="28575">
            <a:solidFill>
              <a:srgbClr val="439C91"/>
            </a:solidFill>
            <a:prstDash val="dash"/>
          </a:ln>
        </p:spPr>
      </p:cxnSp>
      <p:sp>
        <p:nvSpPr>
          <p:cNvPr id="39" name="椭圆 38"/>
          <p:cNvSpPr>
            <a:spLocks noGrp="1"/>
          </p:cNvSpPr>
          <p:nvPr/>
        </p:nvSpPr>
        <p:spPr>
          <a:xfrm>
            <a:off x="1628775" y="4086225"/>
            <a:ext cx="76200" cy="76200"/>
          </a:xfrm>
          <a:prstGeom prst="ellipse">
            <a:avLst/>
          </a:prstGeom>
          <a:solidFill>
            <a:srgbClr val="439C91"/>
          </a:solidFill>
          <a:ln w="0">
            <a:solidFill>
              <a:srgbClr val="439C91"/>
            </a:solidFill>
          </a:ln>
        </p:spPr>
      </p:sp>
      <p:sp>
        <p:nvSpPr>
          <p:cNvPr id="40" name="椭圆 39"/>
          <p:cNvSpPr>
            <a:spLocks noGrp="1"/>
          </p:cNvSpPr>
          <p:nvPr/>
        </p:nvSpPr>
        <p:spPr>
          <a:xfrm>
            <a:off x="4533900" y="3781425"/>
            <a:ext cx="76200" cy="76200"/>
          </a:xfrm>
          <a:prstGeom prst="ellipse">
            <a:avLst/>
          </a:prstGeom>
          <a:solidFill>
            <a:srgbClr val="439C91"/>
          </a:solidFill>
          <a:ln w="0">
            <a:solidFill>
              <a:srgbClr val="439C91"/>
            </a:solidFill>
          </a:ln>
        </p:spPr>
      </p:sp>
      <p:cxnSp>
        <p:nvCxnSpPr>
          <p:cNvPr id="41" name="RISE"/>
          <p:cNvCxnSpPr/>
          <p:nvPr/>
        </p:nvCxnSpPr>
        <p:spPr>
          <a:xfrm flipV="1">
            <a:off x="1666875" y="3000375"/>
            <a:ext cx="2905125" cy="1123950"/>
          </a:xfrm>
          <a:prstGeom prst="straightConnector1">
            <a:avLst/>
          </a:prstGeom>
          <a:ln w="28575">
            <a:solidFill>
              <a:srgbClr val="397BC4"/>
            </a:solidFill>
            <a:prstDash val="solid"/>
          </a:ln>
        </p:spPr>
      </p:cxnSp>
      <p:sp>
        <p:nvSpPr>
          <p:cNvPr id="42" name="椭圆 41"/>
          <p:cNvSpPr>
            <a:spLocks noGrp="1"/>
          </p:cNvSpPr>
          <p:nvPr/>
        </p:nvSpPr>
        <p:spPr>
          <a:xfrm>
            <a:off x="1628775" y="4086225"/>
            <a:ext cx="76200" cy="76200"/>
          </a:xfrm>
          <a:prstGeom prst="ellipse">
            <a:avLst/>
          </a:prstGeom>
          <a:solidFill>
            <a:srgbClr val="397BC4"/>
          </a:solidFill>
          <a:ln w="0">
            <a:solidFill>
              <a:srgbClr val="397BC4"/>
            </a:solidFill>
          </a:ln>
        </p:spPr>
      </p:sp>
      <p:sp>
        <p:nvSpPr>
          <p:cNvPr id="43" name="椭圆 42"/>
          <p:cNvSpPr>
            <a:spLocks noGrp="1"/>
          </p:cNvSpPr>
          <p:nvPr/>
        </p:nvSpPr>
        <p:spPr>
          <a:xfrm>
            <a:off x="4533900" y="2962275"/>
            <a:ext cx="76200" cy="76200"/>
          </a:xfrm>
          <a:prstGeom prst="ellipse">
            <a:avLst/>
          </a:prstGeom>
          <a:solidFill>
            <a:srgbClr val="397BC4"/>
          </a:solidFill>
          <a:ln w="0">
            <a:solidFill>
              <a:srgbClr val="397BC4"/>
            </a:solidFill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333500" y="438150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425" b="0">
                <a:solidFill>
                  <a:srgbClr val="67768D"/>
                </a:solidFill>
              </a:defRPr>
            </a:defPPr>
            <a:lvl1pPr algn="ctr">
              <a:defRPr sz="1425" b="0">
                <a:solidFill>
                  <a:srgbClr val="67768D"/>
                </a:solidFill>
              </a:defRPr>
            </a:lvl1pPr>
            <a:lvl2pPr algn="ctr">
              <a:defRPr sz="1425" b="0">
                <a:solidFill>
                  <a:srgbClr val="67768D"/>
                </a:solidFill>
              </a:defRPr>
            </a:lvl2pPr>
            <a:lvl3pPr algn="ctr">
              <a:defRPr sz="1425" b="0">
                <a:solidFill>
                  <a:srgbClr val="67768D"/>
                </a:solidFill>
              </a:defRPr>
            </a:lvl3pPr>
            <a:lvl4pPr algn="ctr">
              <a:defRPr sz="1425" b="0">
                <a:solidFill>
                  <a:srgbClr val="67768D"/>
                </a:solidFill>
              </a:defRPr>
            </a:lvl4pPr>
            <a:lvl5pPr algn="ctr">
              <a:defRPr sz="1425" b="0">
                <a:solidFill>
                  <a:srgbClr val="67768D"/>
                </a:solidFill>
              </a:defRPr>
            </a:lvl5pPr>
            <a:lvl6pPr algn="ctr">
              <a:defRPr sz="1425" b="0">
                <a:solidFill>
                  <a:srgbClr val="67768D"/>
                </a:solidFill>
              </a:defRPr>
            </a:lvl6pPr>
            <a:lvl7pPr algn="ctr">
              <a:defRPr sz="1425" b="0">
                <a:solidFill>
                  <a:srgbClr val="67768D"/>
                </a:solidFill>
              </a:defRPr>
            </a:lvl7pPr>
            <a:lvl8pPr algn="ctr">
              <a:defRPr sz="1425" b="0">
                <a:solidFill>
                  <a:srgbClr val="67768D"/>
                </a:solidFill>
              </a:defRPr>
            </a:lvl8pPr>
            <a:lvl9pPr algn="ctr">
              <a:defRPr sz="1425" b="0">
                <a:solidFill>
                  <a:srgbClr val="67768D"/>
                </a:solidFill>
              </a:defRPr>
            </a:lvl9pPr>
          </a:lstStyle>
          <a:p>
            <a:pPr algn="ctr">
              <a:defRPr sz="1425" b="0">
                <a:solidFill>
                  <a:srgbClr val="67768D"/>
                </a:solidFill>
              </a:defRPr>
            </a:pPr>
            <a:r>
              <a:rPr sz="1425" b="0">
                <a:solidFill>
                  <a:srgbClr val="67768D"/>
                </a:solidFill>
              </a:rPr>
              <a:t>前测</a:t>
            </a:r>
            <a:endParaRPr sz="1425" b="0">
              <a:solidFill>
                <a:srgbClr val="67768D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238625" y="438150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425" b="0">
                <a:solidFill>
                  <a:srgbClr val="67768D"/>
                </a:solidFill>
              </a:defRPr>
            </a:defPPr>
            <a:lvl1pPr algn="ctr">
              <a:defRPr sz="1425" b="0">
                <a:solidFill>
                  <a:srgbClr val="67768D"/>
                </a:solidFill>
              </a:defRPr>
            </a:lvl1pPr>
            <a:lvl2pPr algn="ctr">
              <a:defRPr sz="1425" b="0">
                <a:solidFill>
                  <a:srgbClr val="67768D"/>
                </a:solidFill>
              </a:defRPr>
            </a:lvl2pPr>
            <a:lvl3pPr algn="ctr">
              <a:defRPr sz="1425" b="0">
                <a:solidFill>
                  <a:srgbClr val="67768D"/>
                </a:solidFill>
              </a:defRPr>
            </a:lvl3pPr>
            <a:lvl4pPr algn="ctr">
              <a:defRPr sz="1425" b="0">
                <a:solidFill>
                  <a:srgbClr val="67768D"/>
                </a:solidFill>
              </a:defRPr>
            </a:lvl4pPr>
            <a:lvl5pPr algn="ctr">
              <a:defRPr sz="1425" b="0">
                <a:solidFill>
                  <a:srgbClr val="67768D"/>
                </a:solidFill>
              </a:defRPr>
            </a:lvl5pPr>
            <a:lvl6pPr algn="ctr">
              <a:defRPr sz="1425" b="0">
                <a:solidFill>
                  <a:srgbClr val="67768D"/>
                </a:solidFill>
              </a:defRPr>
            </a:lvl6pPr>
            <a:lvl7pPr algn="ctr">
              <a:defRPr sz="1425" b="0">
                <a:solidFill>
                  <a:srgbClr val="67768D"/>
                </a:solidFill>
              </a:defRPr>
            </a:lvl7pPr>
            <a:lvl8pPr algn="ctr">
              <a:defRPr sz="1425" b="0">
                <a:solidFill>
                  <a:srgbClr val="67768D"/>
                </a:solidFill>
              </a:defRPr>
            </a:lvl8pPr>
            <a:lvl9pPr algn="ctr">
              <a:defRPr sz="1425" b="0">
                <a:solidFill>
                  <a:srgbClr val="67768D"/>
                </a:solidFill>
              </a:defRPr>
            </a:lvl9pPr>
          </a:lstStyle>
          <a:p>
            <a:pPr algn="ctr">
              <a:defRPr sz="1425" b="0">
                <a:solidFill>
                  <a:srgbClr val="67768D"/>
                </a:solidFill>
              </a:defRPr>
            </a:pPr>
            <a:r>
              <a:rPr sz="1425" b="0">
                <a:solidFill>
                  <a:srgbClr val="67768D"/>
                </a:solidFill>
              </a:rPr>
              <a:t>后测</a:t>
            </a:r>
            <a:endParaRPr sz="1425" b="0">
              <a:solidFill>
                <a:srgbClr val="67768D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477000" y="238125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344778"/>
                </a:solidFill>
              </a:defRPr>
            </a:defPPr>
            <a:lvl1pPr algn="ctr">
              <a:defRPr sz="1800" b="1">
                <a:solidFill>
                  <a:srgbClr val="344778"/>
                </a:solidFill>
              </a:defRPr>
            </a:lvl1pPr>
            <a:lvl2pPr algn="ctr">
              <a:defRPr sz="1800" b="1">
                <a:solidFill>
                  <a:srgbClr val="344778"/>
                </a:solidFill>
              </a:defRPr>
            </a:lvl2pPr>
            <a:lvl3pPr algn="ctr">
              <a:defRPr sz="1800" b="1">
                <a:solidFill>
                  <a:srgbClr val="344778"/>
                </a:solidFill>
              </a:defRPr>
            </a:lvl3pPr>
            <a:lvl4pPr algn="ctr">
              <a:defRPr sz="1800" b="1">
                <a:solidFill>
                  <a:srgbClr val="344778"/>
                </a:solidFill>
              </a:defRPr>
            </a:lvl4pPr>
            <a:lvl5pPr algn="ctr">
              <a:defRPr sz="1800" b="1">
                <a:solidFill>
                  <a:srgbClr val="344778"/>
                </a:solidFill>
              </a:defRPr>
            </a:lvl5pPr>
            <a:lvl6pPr algn="ctr">
              <a:defRPr sz="1800" b="1">
                <a:solidFill>
                  <a:srgbClr val="344778"/>
                </a:solidFill>
              </a:defRPr>
            </a:lvl6pPr>
            <a:lvl7pPr algn="ctr">
              <a:defRPr sz="1800" b="1">
                <a:solidFill>
                  <a:srgbClr val="344778"/>
                </a:solidFill>
              </a:defRPr>
            </a:lvl7pPr>
            <a:lvl8pPr algn="ctr">
              <a:defRPr sz="1800" b="1">
                <a:solidFill>
                  <a:srgbClr val="344778"/>
                </a:solidFill>
              </a:defRPr>
            </a:lvl8pPr>
            <a:lvl9pPr algn="ctr">
              <a:defRPr sz="1800" b="1">
                <a:solidFill>
                  <a:srgbClr val="344778"/>
                </a:solidFill>
              </a:defRPr>
            </a:lvl9pPr>
          </a:lstStyle>
          <a:p>
            <a:pPr algn="ctr">
              <a:defRPr sz="1800" b="1">
                <a:solidFill>
                  <a:srgbClr val="344778"/>
                </a:solidFill>
              </a:defRPr>
            </a:pPr>
            <a:r>
              <a:rPr sz="1800" b="1">
                <a:solidFill>
                  <a:srgbClr val="344778"/>
                </a:solidFill>
              </a:rPr>
              <a:t>平均解释质量</a:t>
            </a:r>
            <a:endParaRPr sz="1800" b="1">
              <a:solidFill>
                <a:srgbClr val="344778"/>
              </a:solidFill>
            </a:endParaRPr>
          </a:p>
        </p:txBody>
      </p:sp>
      <p:cxnSp>
        <p:nvCxnSpPr>
          <p:cNvPr id="47" name="直接箭头连接符 46"/>
          <p:cNvCxnSpPr/>
          <p:nvPr/>
        </p:nvCxnSpPr>
        <p:spPr>
          <a:xfrm>
            <a:off x="7000875" y="2857500"/>
            <a:ext cx="0" cy="1476375"/>
          </a:xfrm>
          <a:prstGeom prst="straightConnector1">
            <a:avLst/>
          </a:prstGeom>
          <a:ln w="13335">
            <a:solidFill>
              <a:srgbClr val="67768D"/>
            </a:solidFill>
            <a:prstDash val="solid"/>
          </a:ln>
        </p:spPr>
      </p:cxnSp>
      <p:cxnSp>
        <p:nvCxnSpPr>
          <p:cNvPr id="48" name="直接箭头连接符 47"/>
          <p:cNvCxnSpPr/>
          <p:nvPr/>
        </p:nvCxnSpPr>
        <p:spPr>
          <a:xfrm>
            <a:off x="7000875" y="4333875"/>
            <a:ext cx="3524250" cy="0"/>
          </a:xfrm>
          <a:prstGeom prst="straightConnector1">
            <a:avLst/>
          </a:prstGeom>
          <a:ln w="13335">
            <a:solidFill>
              <a:srgbClr val="67768D"/>
            </a:solidFill>
            <a:prstDash val="solid"/>
          </a:ln>
        </p:spPr>
      </p:cxnSp>
      <p:sp>
        <p:nvSpPr>
          <p:cNvPr id="49" name="矩形 48"/>
          <p:cNvSpPr>
            <a:spLocks noGrp="1"/>
          </p:cNvSpPr>
          <p:nvPr/>
        </p:nvSpPr>
        <p:spPr>
          <a:xfrm>
            <a:off x="6629400" y="2762250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0">
                <a:solidFill>
                  <a:srgbClr val="67768D"/>
                </a:solidFill>
              </a:defRPr>
            </a:defPPr>
            <a:lvl1pPr algn="l">
              <a:defRPr sz="1275" b="0">
                <a:solidFill>
                  <a:srgbClr val="67768D"/>
                </a:solidFill>
              </a:defRPr>
            </a:lvl1pPr>
            <a:lvl2pPr algn="l">
              <a:defRPr sz="1275" b="0">
                <a:solidFill>
                  <a:srgbClr val="67768D"/>
                </a:solidFill>
              </a:defRPr>
            </a:lvl2pPr>
            <a:lvl3pPr algn="l">
              <a:defRPr sz="1275" b="0">
                <a:solidFill>
                  <a:srgbClr val="67768D"/>
                </a:solidFill>
              </a:defRPr>
            </a:lvl3pPr>
            <a:lvl4pPr algn="l">
              <a:defRPr sz="1275" b="0">
                <a:solidFill>
                  <a:srgbClr val="67768D"/>
                </a:solidFill>
              </a:defRPr>
            </a:lvl4pPr>
            <a:lvl5pPr algn="l">
              <a:defRPr sz="1275" b="0">
                <a:solidFill>
                  <a:srgbClr val="67768D"/>
                </a:solidFill>
              </a:defRPr>
            </a:lvl5pPr>
            <a:lvl6pPr algn="l">
              <a:defRPr sz="1275" b="0">
                <a:solidFill>
                  <a:srgbClr val="67768D"/>
                </a:solidFill>
              </a:defRPr>
            </a:lvl6pPr>
            <a:lvl7pPr algn="l">
              <a:defRPr sz="1275" b="0">
                <a:solidFill>
                  <a:srgbClr val="67768D"/>
                </a:solidFill>
              </a:defRPr>
            </a:lvl7pPr>
            <a:lvl8pPr algn="l">
              <a:defRPr sz="1275" b="0">
                <a:solidFill>
                  <a:srgbClr val="67768D"/>
                </a:solidFill>
              </a:defRPr>
            </a:lvl8pPr>
            <a:lvl9pPr algn="l">
              <a:defRPr sz="1275" b="0">
                <a:solidFill>
                  <a:srgbClr val="67768D"/>
                </a:solidFill>
              </a:defRPr>
            </a:lvl9pPr>
          </a:lstStyle>
          <a:p>
            <a:pPr algn="l">
              <a:defRPr sz="1275" b="0">
                <a:solidFill>
                  <a:srgbClr val="67768D"/>
                </a:solidFill>
              </a:defRPr>
            </a:pPr>
            <a:r>
              <a:rPr sz="1275" b="0">
                <a:solidFill>
                  <a:srgbClr val="67768D"/>
                </a:solidFill>
              </a:rPr>
              <a:t>高</a:t>
            </a:r>
            <a:endParaRPr sz="1275" b="0">
              <a:solidFill>
                <a:srgbClr val="67768D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629400" y="4048125"/>
            <a:ext cx="266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0">
                <a:solidFill>
                  <a:srgbClr val="67768D"/>
                </a:solidFill>
              </a:defRPr>
            </a:defPPr>
            <a:lvl1pPr algn="l">
              <a:defRPr sz="1275" b="0">
                <a:solidFill>
                  <a:srgbClr val="67768D"/>
                </a:solidFill>
              </a:defRPr>
            </a:lvl1pPr>
            <a:lvl2pPr algn="l">
              <a:defRPr sz="1275" b="0">
                <a:solidFill>
                  <a:srgbClr val="67768D"/>
                </a:solidFill>
              </a:defRPr>
            </a:lvl2pPr>
            <a:lvl3pPr algn="l">
              <a:defRPr sz="1275" b="0">
                <a:solidFill>
                  <a:srgbClr val="67768D"/>
                </a:solidFill>
              </a:defRPr>
            </a:lvl3pPr>
            <a:lvl4pPr algn="l">
              <a:defRPr sz="1275" b="0">
                <a:solidFill>
                  <a:srgbClr val="67768D"/>
                </a:solidFill>
              </a:defRPr>
            </a:lvl4pPr>
            <a:lvl5pPr algn="l">
              <a:defRPr sz="1275" b="0">
                <a:solidFill>
                  <a:srgbClr val="67768D"/>
                </a:solidFill>
              </a:defRPr>
            </a:lvl5pPr>
            <a:lvl6pPr algn="l">
              <a:defRPr sz="1275" b="0">
                <a:solidFill>
                  <a:srgbClr val="67768D"/>
                </a:solidFill>
              </a:defRPr>
            </a:lvl6pPr>
            <a:lvl7pPr algn="l">
              <a:defRPr sz="1275" b="0">
                <a:solidFill>
                  <a:srgbClr val="67768D"/>
                </a:solidFill>
              </a:defRPr>
            </a:lvl7pPr>
            <a:lvl8pPr algn="l">
              <a:defRPr sz="1275" b="0">
                <a:solidFill>
                  <a:srgbClr val="67768D"/>
                </a:solidFill>
              </a:defRPr>
            </a:lvl8pPr>
            <a:lvl9pPr algn="l">
              <a:defRPr sz="1275" b="0">
                <a:solidFill>
                  <a:srgbClr val="67768D"/>
                </a:solidFill>
              </a:defRPr>
            </a:lvl9pPr>
          </a:lstStyle>
          <a:p>
            <a:pPr algn="l">
              <a:defRPr sz="1275" b="0">
                <a:solidFill>
                  <a:srgbClr val="67768D"/>
                </a:solidFill>
              </a:defRPr>
            </a:pPr>
            <a:r>
              <a:rPr sz="1275" b="0">
                <a:solidFill>
                  <a:srgbClr val="67768D"/>
                </a:solidFill>
              </a:rPr>
              <a:t>低</a:t>
            </a:r>
            <a:endParaRPr sz="1275" b="0">
              <a:solidFill>
                <a:srgbClr val="67768D"/>
              </a:solidFill>
            </a:endParaRPr>
          </a:p>
        </p:txBody>
      </p:sp>
      <p:cxnSp>
        <p:nvCxnSpPr>
          <p:cNvPr id="51" name="RISE"/>
          <p:cNvCxnSpPr/>
          <p:nvPr/>
        </p:nvCxnSpPr>
        <p:spPr>
          <a:xfrm flipV="1">
            <a:off x="7286625" y="3971925"/>
            <a:ext cx="2905125" cy="152400"/>
          </a:xfrm>
          <a:prstGeom prst="straightConnector1">
            <a:avLst/>
          </a:prstGeom>
          <a:ln w="28575">
            <a:solidFill>
              <a:srgbClr val="8791A0"/>
            </a:solidFill>
            <a:prstDash val="dash"/>
          </a:ln>
        </p:spPr>
      </p:cxnSp>
      <p:sp>
        <p:nvSpPr>
          <p:cNvPr id="52" name="椭圆 51"/>
          <p:cNvSpPr>
            <a:spLocks noGrp="1"/>
          </p:cNvSpPr>
          <p:nvPr/>
        </p:nvSpPr>
        <p:spPr>
          <a:xfrm>
            <a:off x="7248525" y="4086225"/>
            <a:ext cx="76200" cy="76200"/>
          </a:xfrm>
          <a:prstGeom prst="ellipse">
            <a:avLst/>
          </a:prstGeom>
          <a:solidFill>
            <a:srgbClr val="8791A0"/>
          </a:solidFill>
          <a:ln w="0">
            <a:solidFill>
              <a:srgbClr val="8791A0"/>
            </a:solidFill>
          </a:ln>
        </p:spPr>
      </p:sp>
      <p:sp>
        <p:nvSpPr>
          <p:cNvPr id="53" name="椭圆 52"/>
          <p:cNvSpPr>
            <a:spLocks noGrp="1"/>
          </p:cNvSpPr>
          <p:nvPr/>
        </p:nvSpPr>
        <p:spPr>
          <a:xfrm>
            <a:off x="10153650" y="3933825"/>
            <a:ext cx="76200" cy="76200"/>
          </a:xfrm>
          <a:prstGeom prst="ellipse">
            <a:avLst/>
          </a:prstGeom>
          <a:solidFill>
            <a:srgbClr val="8791A0"/>
          </a:solidFill>
          <a:ln w="0">
            <a:solidFill>
              <a:srgbClr val="8791A0"/>
            </a:solidFill>
          </a:ln>
        </p:spPr>
      </p:sp>
      <p:cxnSp>
        <p:nvCxnSpPr>
          <p:cNvPr id="54" name="RISE"/>
          <p:cNvCxnSpPr/>
          <p:nvPr/>
        </p:nvCxnSpPr>
        <p:spPr>
          <a:xfrm flipV="1">
            <a:off x="7286625" y="3819525"/>
            <a:ext cx="2905125" cy="304800"/>
          </a:xfrm>
          <a:prstGeom prst="straightConnector1">
            <a:avLst/>
          </a:prstGeom>
          <a:ln w="28575">
            <a:solidFill>
              <a:srgbClr val="439C91"/>
            </a:solidFill>
            <a:prstDash val="dash"/>
          </a:ln>
        </p:spPr>
      </p:cxnSp>
      <p:sp>
        <p:nvSpPr>
          <p:cNvPr id="55" name="椭圆 54"/>
          <p:cNvSpPr>
            <a:spLocks noGrp="1"/>
          </p:cNvSpPr>
          <p:nvPr/>
        </p:nvSpPr>
        <p:spPr>
          <a:xfrm>
            <a:off x="7248525" y="4086225"/>
            <a:ext cx="76200" cy="76200"/>
          </a:xfrm>
          <a:prstGeom prst="ellipse">
            <a:avLst/>
          </a:prstGeom>
          <a:solidFill>
            <a:srgbClr val="439C91"/>
          </a:solidFill>
          <a:ln w="0">
            <a:solidFill>
              <a:srgbClr val="439C91"/>
            </a:solidFill>
          </a:ln>
        </p:spPr>
      </p:sp>
      <p:sp>
        <p:nvSpPr>
          <p:cNvPr id="56" name="椭圆 55"/>
          <p:cNvSpPr>
            <a:spLocks noGrp="1"/>
          </p:cNvSpPr>
          <p:nvPr/>
        </p:nvSpPr>
        <p:spPr>
          <a:xfrm>
            <a:off x="10153650" y="3781425"/>
            <a:ext cx="76200" cy="76200"/>
          </a:xfrm>
          <a:prstGeom prst="ellipse">
            <a:avLst/>
          </a:prstGeom>
          <a:solidFill>
            <a:srgbClr val="439C91"/>
          </a:solidFill>
          <a:ln w="0">
            <a:solidFill>
              <a:srgbClr val="439C91"/>
            </a:solidFill>
          </a:ln>
        </p:spPr>
      </p:sp>
      <p:cxnSp>
        <p:nvCxnSpPr>
          <p:cNvPr id="57" name="RISE"/>
          <p:cNvCxnSpPr/>
          <p:nvPr/>
        </p:nvCxnSpPr>
        <p:spPr>
          <a:xfrm flipV="1">
            <a:off x="7286625" y="3000375"/>
            <a:ext cx="2905125" cy="1123950"/>
          </a:xfrm>
          <a:prstGeom prst="straightConnector1">
            <a:avLst/>
          </a:prstGeom>
          <a:ln w="28575">
            <a:solidFill>
              <a:srgbClr val="397BC4"/>
            </a:solidFill>
            <a:prstDash val="solid"/>
          </a:ln>
        </p:spPr>
      </p:cxnSp>
      <p:sp>
        <p:nvSpPr>
          <p:cNvPr id="58" name="椭圆 57"/>
          <p:cNvSpPr>
            <a:spLocks noGrp="1"/>
          </p:cNvSpPr>
          <p:nvPr/>
        </p:nvSpPr>
        <p:spPr>
          <a:xfrm>
            <a:off x="7248525" y="4086225"/>
            <a:ext cx="76200" cy="76200"/>
          </a:xfrm>
          <a:prstGeom prst="ellipse">
            <a:avLst/>
          </a:prstGeom>
          <a:solidFill>
            <a:srgbClr val="397BC4"/>
          </a:solidFill>
          <a:ln w="0">
            <a:solidFill>
              <a:srgbClr val="397BC4"/>
            </a:solidFill>
          </a:ln>
        </p:spPr>
      </p:sp>
      <p:sp>
        <p:nvSpPr>
          <p:cNvPr id="59" name="椭圆 58"/>
          <p:cNvSpPr>
            <a:spLocks noGrp="1"/>
          </p:cNvSpPr>
          <p:nvPr/>
        </p:nvSpPr>
        <p:spPr>
          <a:xfrm>
            <a:off x="10153650" y="2962275"/>
            <a:ext cx="76200" cy="76200"/>
          </a:xfrm>
          <a:prstGeom prst="ellipse">
            <a:avLst/>
          </a:prstGeom>
          <a:solidFill>
            <a:srgbClr val="397BC4"/>
          </a:solidFill>
          <a:ln w="0">
            <a:solidFill>
              <a:srgbClr val="397BC4"/>
            </a:solidFill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6953250" y="438150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425" b="0">
                <a:solidFill>
                  <a:srgbClr val="67768D"/>
                </a:solidFill>
              </a:defRPr>
            </a:defPPr>
            <a:lvl1pPr algn="ctr">
              <a:defRPr sz="1425" b="0">
                <a:solidFill>
                  <a:srgbClr val="67768D"/>
                </a:solidFill>
              </a:defRPr>
            </a:lvl1pPr>
            <a:lvl2pPr algn="ctr">
              <a:defRPr sz="1425" b="0">
                <a:solidFill>
                  <a:srgbClr val="67768D"/>
                </a:solidFill>
              </a:defRPr>
            </a:lvl2pPr>
            <a:lvl3pPr algn="ctr">
              <a:defRPr sz="1425" b="0">
                <a:solidFill>
                  <a:srgbClr val="67768D"/>
                </a:solidFill>
              </a:defRPr>
            </a:lvl3pPr>
            <a:lvl4pPr algn="ctr">
              <a:defRPr sz="1425" b="0">
                <a:solidFill>
                  <a:srgbClr val="67768D"/>
                </a:solidFill>
              </a:defRPr>
            </a:lvl4pPr>
            <a:lvl5pPr algn="ctr">
              <a:defRPr sz="1425" b="0">
                <a:solidFill>
                  <a:srgbClr val="67768D"/>
                </a:solidFill>
              </a:defRPr>
            </a:lvl5pPr>
            <a:lvl6pPr algn="ctr">
              <a:defRPr sz="1425" b="0">
                <a:solidFill>
                  <a:srgbClr val="67768D"/>
                </a:solidFill>
              </a:defRPr>
            </a:lvl6pPr>
            <a:lvl7pPr algn="ctr">
              <a:defRPr sz="1425" b="0">
                <a:solidFill>
                  <a:srgbClr val="67768D"/>
                </a:solidFill>
              </a:defRPr>
            </a:lvl7pPr>
            <a:lvl8pPr algn="ctr">
              <a:defRPr sz="1425" b="0">
                <a:solidFill>
                  <a:srgbClr val="67768D"/>
                </a:solidFill>
              </a:defRPr>
            </a:lvl8pPr>
            <a:lvl9pPr algn="ctr">
              <a:defRPr sz="1425" b="0">
                <a:solidFill>
                  <a:srgbClr val="67768D"/>
                </a:solidFill>
              </a:defRPr>
            </a:lvl9pPr>
          </a:lstStyle>
          <a:p>
            <a:pPr algn="ctr">
              <a:defRPr sz="1425" b="0">
                <a:solidFill>
                  <a:srgbClr val="67768D"/>
                </a:solidFill>
              </a:defRPr>
            </a:pPr>
            <a:r>
              <a:rPr sz="1425" b="0">
                <a:solidFill>
                  <a:srgbClr val="67768D"/>
                </a:solidFill>
              </a:rPr>
              <a:t>前测</a:t>
            </a:r>
            <a:endParaRPr sz="1425" b="0">
              <a:solidFill>
                <a:srgbClr val="67768D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9858375" y="438150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425" b="0">
                <a:solidFill>
                  <a:srgbClr val="67768D"/>
                </a:solidFill>
              </a:defRPr>
            </a:defPPr>
            <a:lvl1pPr algn="ctr">
              <a:defRPr sz="1425" b="0">
                <a:solidFill>
                  <a:srgbClr val="67768D"/>
                </a:solidFill>
              </a:defRPr>
            </a:lvl1pPr>
            <a:lvl2pPr algn="ctr">
              <a:defRPr sz="1425" b="0">
                <a:solidFill>
                  <a:srgbClr val="67768D"/>
                </a:solidFill>
              </a:defRPr>
            </a:lvl2pPr>
            <a:lvl3pPr algn="ctr">
              <a:defRPr sz="1425" b="0">
                <a:solidFill>
                  <a:srgbClr val="67768D"/>
                </a:solidFill>
              </a:defRPr>
            </a:lvl3pPr>
            <a:lvl4pPr algn="ctr">
              <a:defRPr sz="1425" b="0">
                <a:solidFill>
                  <a:srgbClr val="67768D"/>
                </a:solidFill>
              </a:defRPr>
            </a:lvl4pPr>
            <a:lvl5pPr algn="ctr">
              <a:defRPr sz="1425" b="0">
                <a:solidFill>
                  <a:srgbClr val="67768D"/>
                </a:solidFill>
              </a:defRPr>
            </a:lvl5pPr>
            <a:lvl6pPr algn="ctr">
              <a:defRPr sz="1425" b="0">
                <a:solidFill>
                  <a:srgbClr val="67768D"/>
                </a:solidFill>
              </a:defRPr>
            </a:lvl6pPr>
            <a:lvl7pPr algn="ctr">
              <a:defRPr sz="1425" b="0">
                <a:solidFill>
                  <a:srgbClr val="67768D"/>
                </a:solidFill>
              </a:defRPr>
            </a:lvl7pPr>
            <a:lvl8pPr algn="ctr">
              <a:defRPr sz="1425" b="0">
                <a:solidFill>
                  <a:srgbClr val="67768D"/>
                </a:solidFill>
              </a:defRPr>
            </a:lvl8pPr>
            <a:lvl9pPr algn="ctr">
              <a:defRPr sz="1425" b="0">
                <a:solidFill>
                  <a:srgbClr val="67768D"/>
                </a:solidFill>
              </a:defRPr>
            </a:lvl9pPr>
          </a:lstStyle>
          <a:p>
            <a:pPr algn="ctr">
              <a:defRPr sz="1425" b="0">
                <a:solidFill>
                  <a:srgbClr val="67768D"/>
                </a:solidFill>
              </a:defRPr>
            </a:pPr>
            <a:r>
              <a:rPr sz="1425" b="0">
                <a:solidFill>
                  <a:srgbClr val="67768D"/>
                </a:solidFill>
              </a:rPr>
              <a:t>后测</a:t>
            </a:r>
            <a:endParaRPr sz="1425" b="0">
              <a:solidFill>
                <a:srgbClr val="67768D"/>
              </a:solidFill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762000" y="4810125"/>
            <a:ext cx="5219700" cy="914400"/>
          </a:xfrm>
          <a:prstGeom prst="roundRect">
            <a:avLst>
              <a:gd name="adj" fmla="val 5208"/>
            </a:avLst>
          </a:prstGeom>
          <a:solidFill>
            <a:srgbClr val="F2F6FC"/>
          </a:solidFill>
          <a:ln w="9525">
            <a:solidFill>
              <a:srgbClr val="D6E1F0"/>
            </a:solidFill>
          </a:ln>
        </p:spPr>
      </p:sp>
      <p:sp>
        <p:nvSpPr>
          <p:cNvPr id="63" name="圆角矩形 62"/>
          <p:cNvSpPr>
            <a:spLocks noGrp="1"/>
          </p:cNvSpPr>
          <p:nvPr/>
        </p:nvSpPr>
        <p:spPr>
          <a:xfrm>
            <a:off x="6191250" y="4810125"/>
            <a:ext cx="5238750" cy="914400"/>
          </a:xfrm>
          <a:prstGeom prst="roundRect">
            <a:avLst>
              <a:gd name="adj" fmla="val 5208"/>
            </a:avLst>
          </a:prstGeom>
          <a:solidFill>
            <a:srgbClr val="F2F6FC"/>
          </a:solidFill>
          <a:ln w="9525">
            <a:solidFill>
              <a:srgbClr val="D6E1F0"/>
            </a:solidFill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933450" y="488632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344778"/>
                </a:solidFill>
              </a:defRPr>
            </a:defPPr>
            <a:lvl1pPr algn="l">
              <a:defRPr sz="1650" b="1">
                <a:solidFill>
                  <a:srgbClr val="344778"/>
                </a:solidFill>
              </a:defRPr>
            </a:lvl1pPr>
            <a:lvl2pPr algn="l">
              <a:defRPr sz="1650" b="1">
                <a:solidFill>
                  <a:srgbClr val="344778"/>
                </a:solidFill>
              </a:defRPr>
            </a:lvl2pPr>
            <a:lvl3pPr algn="l">
              <a:defRPr sz="1650" b="1">
                <a:solidFill>
                  <a:srgbClr val="344778"/>
                </a:solidFill>
              </a:defRPr>
            </a:lvl3pPr>
            <a:lvl4pPr algn="l">
              <a:defRPr sz="1650" b="1">
                <a:solidFill>
                  <a:srgbClr val="344778"/>
                </a:solidFill>
              </a:defRPr>
            </a:lvl4pPr>
            <a:lvl5pPr algn="l">
              <a:defRPr sz="1650" b="1">
                <a:solidFill>
                  <a:srgbClr val="344778"/>
                </a:solidFill>
              </a:defRPr>
            </a:lvl5pPr>
            <a:lvl6pPr algn="l">
              <a:defRPr sz="1650" b="1">
                <a:solidFill>
                  <a:srgbClr val="344778"/>
                </a:solidFill>
              </a:defRPr>
            </a:lvl6pPr>
            <a:lvl7pPr algn="l">
              <a:defRPr sz="1650" b="1">
                <a:solidFill>
                  <a:srgbClr val="344778"/>
                </a:solidFill>
              </a:defRPr>
            </a:lvl7pPr>
            <a:lvl8pPr algn="l">
              <a:defRPr sz="1650" b="1">
                <a:solidFill>
                  <a:srgbClr val="344778"/>
                </a:solidFill>
              </a:defRPr>
            </a:lvl8pPr>
            <a:lvl9pPr algn="l">
              <a:defRPr sz="1650" b="1">
                <a:solidFill>
                  <a:srgbClr val="344778"/>
                </a:solidFill>
              </a:defRPr>
            </a:lvl9pPr>
          </a:lstStyle>
          <a:p>
            <a:pPr algn="l">
              <a:defRPr sz="1650" b="1">
                <a:solidFill>
                  <a:srgbClr val="344778"/>
                </a:solidFill>
              </a:defRPr>
            </a:pPr>
            <a:r>
              <a:rPr sz="1650" b="1">
                <a:solidFill>
                  <a:srgbClr val="344778"/>
                </a:solidFill>
              </a:rPr>
              <a:t>H1a、H1b：发现更多有效缺陷</a:t>
            </a:r>
            <a:endParaRPr sz="1650" b="1">
              <a:solidFill>
                <a:srgbClr val="344778"/>
              </a:solidFill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933450" y="5210175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0">
                <a:solidFill>
                  <a:srgbClr val="243651"/>
                </a:solidFill>
              </a:defRPr>
            </a:defPPr>
            <a:lvl1pPr algn="l">
              <a:defRPr sz="1500" b="0">
                <a:solidFill>
                  <a:srgbClr val="243651"/>
                </a:solidFill>
              </a:defRPr>
            </a:lvl1pPr>
            <a:lvl2pPr algn="l">
              <a:defRPr sz="1500" b="0">
                <a:solidFill>
                  <a:srgbClr val="243651"/>
                </a:solidFill>
              </a:defRPr>
            </a:lvl2pPr>
            <a:lvl3pPr algn="l">
              <a:defRPr sz="1500" b="0">
                <a:solidFill>
                  <a:srgbClr val="243651"/>
                </a:solidFill>
              </a:defRPr>
            </a:lvl3pPr>
            <a:lvl4pPr algn="l">
              <a:defRPr sz="1500" b="0">
                <a:solidFill>
                  <a:srgbClr val="243651"/>
                </a:solidFill>
              </a:defRPr>
            </a:lvl4pPr>
            <a:lvl5pPr algn="l">
              <a:defRPr sz="1500" b="0">
                <a:solidFill>
                  <a:srgbClr val="243651"/>
                </a:solidFill>
              </a:defRPr>
            </a:lvl5pPr>
            <a:lvl6pPr algn="l">
              <a:defRPr sz="1500" b="0">
                <a:solidFill>
                  <a:srgbClr val="243651"/>
                </a:solidFill>
              </a:defRPr>
            </a:lvl6pPr>
            <a:lvl7pPr algn="l">
              <a:defRPr sz="1500" b="0">
                <a:solidFill>
                  <a:srgbClr val="243651"/>
                </a:solidFill>
              </a:defRPr>
            </a:lvl7pPr>
            <a:lvl8pPr algn="l">
              <a:defRPr sz="1500" b="0">
                <a:solidFill>
                  <a:srgbClr val="243651"/>
                </a:solidFill>
              </a:defRPr>
            </a:lvl8pPr>
            <a:lvl9pPr algn="l">
              <a:defRPr sz="1500" b="0">
                <a:solidFill>
                  <a:srgbClr val="243651"/>
                </a:solidFill>
              </a:defRPr>
            </a:lvl9pPr>
          </a:lstStyle>
          <a:p>
            <a:pPr algn="l">
              <a:defRPr sz="1500" b="0">
                <a:solidFill>
                  <a:srgbClr val="243651"/>
                </a:solidFill>
              </a:defRPr>
            </a:pPr>
            <a:r>
              <a:rPr sz="1500" b="0">
                <a:solidFill>
                  <a:srgbClr val="243651"/>
                </a:solidFill>
              </a:rPr>
              <a:t>控制对应前测与材料顺序后，预期苏格拉底组的</a:t>
            </a:r>
            <a:endParaRPr sz="1500" b="0">
              <a:solidFill>
                <a:srgbClr val="243651"/>
              </a:solidFill>
            </a:endParaRPr>
          </a:p>
          <a:p>
            <a:pPr algn="l">
              <a:defRPr sz="1500" b="0">
                <a:solidFill>
                  <a:srgbClr val="243651"/>
                </a:solidFill>
              </a:defRPr>
            </a:pPr>
            <a:r>
              <a:rPr sz="1500" b="0">
                <a:solidFill>
                  <a:srgbClr val="243651"/>
                </a:solidFill>
              </a:rPr>
              <a:t>后测击中率高于通用Agent组和无AI组。</a:t>
            </a:r>
            <a:endParaRPr sz="1500" b="0">
              <a:solidFill>
                <a:srgbClr val="243651"/>
              </a:solidFill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6362700" y="4886325"/>
            <a:ext cx="4905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344778"/>
                </a:solidFill>
              </a:defRPr>
            </a:defPPr>
            <a:lvl1pPr algn="l">
              <a:defRPr sz="1650" b="1">
                <a:solidFill>
                  <a:srgbClr val="344778"/>
                </a:solidFill>
              </a:defRPr>
            </a:lvl1pPr>
            <a:lvl2pPr algn="l">
              <a:defRPr sz="1650" b="1">
                <a:solidFill>
                  <a:srgbClr val="344778"/>
                </a:solidFill>
              </a:defRPr>
            </a:lvl2pPr>
            <a:lvl3pPr algn="l">
              <a:defRPr sz="1650" b="1">
                <a:solidFill>
                  <a:srgbClr val="344778"/>
                </a:solidFill>
              </a:defRPr>
            </a:lvl3pPr>
            <a:lvl4pPr algn="l">
              <a:defRPr sz="1650" b="1">
                <a:solidFill>
                  <a:srgbClr val="344778"/>
                </a:solidFill>
              </a:defRPr>
            </a:lvl4pPr>
            <a:lvl5pPr algn="l">
              <a:defRPr sz="1650" b="1">
                <a:solidFill>
                  <a:srgbClr val="344778"/>
                </a:solidFill>
              </a:defRPr>
            </a:lvl5pPr>
            <a:lvl6pPr algn="l">
              <a:defRPr sz="1650" b="1">
                <a:solidFill>
                  <a:srgbClr val="344778"/>
                </a:solidFill>
              </a:defRPr>
            </a:lvl6pPr>
            <a:lvl7pPr algn="l">
              <a:defRPr sz="1650" b="1">
                <a:solidFill>
                  <a:srgbClr val="344778"/>
                </a:solidFill>
              </a:defRPr>
            </a:lvl7pPr>
            <a:lvl8pPr algn="l">
              <a:defRPr sz="1650" b="1">
                <a:solidFill>
                  <a:srgbClr val="344778"/>
                </a:solidFill>
              </a:defRPr>
            </a:lvl8pPr>
            <a:lvl9pPr algn="l">
              <a:defRPr sz="1650" b="1">
                <a:solidFill>
                  <a:srgbClr val="344778"/>
                </a:solidFill>
              </a:defRPr>
            </a:lvl9pPr>
          </a:lstStyle>
          <a:p>
            <a:pPr algn="l">
              <a:defRPr sz="1650" b="1">
                <a:solidFill>
                  <a:srgbClr val="344778"/>
                </a:solidFill>
              </a:defRPr>
            </a:pPr>
            <a:r>
              <a:rPr sz="1650" b="1">
                <a:solidFill>
                  <a:srgbClr val="344778"/>
                </a:solidFill>
              </a:rPr>
              <a:t>H1c、H1d：更清楚地解释缺陷</a:t>
            </a:r>
            <a:endParaRPr sz="1650" b="1">
              <a:solidFill>
                <a:srgbClr val="344778"/>
              </a:solidFill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6362700" y="5210175"/>
            <a:ext cx="49053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0">
                <a:solidFill>
                  <a:srgbClr val="243651"/>
                </a:solidFill>
              </a:defRPr>
            </a:defPPr>
            <a:lvl1pPr algn="l">
              <a:defRPr sz="1500" b="0">
                <a:solidFill>
                  <a:srgbClr val="243651"/>
                </a:solidFill>
              </a:defRPr>
            </a:lvl1pPr>
            <a:lvl2pPr algn="l">
              <a:defRPr sz="1500" b="0">
                <a:solidFill>
                  <a:srgbClr val="243651"/>
                </a:solidFill>
              </a:defRPr>
            </a:lvl2pPr>
            <a:lvl3pPr algn="l">
              <a:defRPr sz="1500" b="0">
                <a:solidFill>
                  <a:srgbClr val="243651"/>
                </a:solidFill>
              </a:defRPr>
            </a:lvl3pPr>
            <a:lvl4pPr algn="l">
              <a:defRPr sz="1500" b="0">
                <a:solidFill>
                  <a:srgbClr val="243651"/>
                </a:solidFill>
              </a:defRPr>
            </a:lvl4pPr>
            <a:lvl5pPr algn="l">
              <a:defRPr sz="1500" b="0">
                <a:solidFill>
                  <a:srgbClr val="243651"/>
                </a:solidFill>
              </a:defRPr>
            </a:lvl5pPr>
            <a:lvl6pPr algn="l">
              <a:defRPr sz="1500" b="0">
                <a:solidFill>
                  <a:srgbClr val="243651"/>
                </a:solidFill>
              </a:defRPr>
            </a:lvl6pPr>
            <a:lvl7pPr algn="l">
              <a:defRPr sz="1500" b="0">
                <a:solidFill>
                  <a:srgbClr val="243651"/>
                </a:solidFill>
              </a:defRPr>
            </a:lvl7pPr>
            <a:lvl8pPr algn="l">
              <a:defRPr sz="1500" b="0">
                <a:solidFill>
                  <a:srgbClr val="243651"/>
                </a:solidFill>
              </a:defRPr>
            </a:lvl8pPr>
            <a:lvl9pPr algn="l">
              <a:defRPr sz="1500" b="0">
                <a:solidFill>
                  <a:srgbClr val="243651"/>
                </a:solidFill>
              </a:defRPr>
            </a:lvl9pPr>
          </a:lstStyle>
          <a:p>
            <a:pPr algn="l">
              <a:defRPr sz="1500" b="0">
                <a:solidFill>
                  <a:srgbClr val="243651"/>
                </a:solidFill>
              </a:defRPr>
            </a:pPr>
            <a:r>
              <a:rPr sz="1500" b="0">
                <a:solidFill>
                  <a:srgbClr val="243651"/>
                </a:solidFill>
              </a:rPr>
              <a:t>预期苏格拉底组</a:t>
            </a:r>
            <a:r>
              <a:rPr lang="zh-CN" sz="1500" b="0">
                <a:solidFill>
                  <a:srgbClr val="243651"/>
                </a:solidFill>
              </a:rPr>
              <a:t>在后测中的</a:t>
            </a:r>
            <a:r>
              <a:rPr sz="1500" b="0">
                <a:solidFill>
                  <a:srgbClr val="243651"/>
                </a:solidFill>
              </a:rPr>
              <a:t>平均解释质量高于</a:t>
            </a:r>
            <a:r>
              <a:rPr>
                <a:sym typeface="+mn-ea"/>
              </a:rPr>
              <a:t>通用Agent组和无AI组</a:t>
            </a:r>
            <a:r>
              <a:rPr sz="1500" b="0">
                <a:solidFill>
                  <a:srgbClr val="243651"/>
                </a:solidFill>
              </a:rPr>
              <a:t>。</a:t>
            </a:r>
            <a:endParaRPr sz="1500" b="0">
              <a:solidFill>
                <a:srgbClr val="24365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预期实验结果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圆角矩形 21"/>
          <p:cNvSpPr>
            <a:spLocks noGrp="1"/>
          </p:cNvSpPr>
          <p:nvPr/>
        </p:nvSpPr>
        <p:spPr>
          <a:xfrm>
            <a:off x="647700" y="1981200"/>
            <a:ext cx="10906125" cy="4114800"/>
          </a:xfrm>
          <a:prstGeom prst="roundRect">
            <a:avLst>
              <a:gd name="adj" fmla="val 1157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23900" y="1476375"/>
            <a:ext cx="10810875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344778"/>
                </a:solidFill>
              </a:defRPr>
            </a:defPPr>
            <a:lvl1pPr algn="l">
              <a:defRPr sz="2400" b="1">
                <a:solidFill>
                  <a:srgbClr val="344778"/>
                </a:solidFill>
              </a:defRPr>
            </a:lvl1pPr>
            <a:lvl2pPr algn="l">
              <a:defRPr sz="2400" b="1">
                <a:solidFill>
                  <a:srgbClr val="344778"/>
                </a:solidFill>
              </a:defRPr>
            </a:lvl2pPr>
            <a:lvl3pPr algn="l">
              <a:defRPr sz="2400" b="1">
                <a:solidFill>
                  <a:srgbClr val="344778"/>
                </a:solidFill>
              </a:defRPr>
            </a:lvl3pPr>
            <a:lvl4pPr algn="l">
              <a:defRPr sz="2400" b="1">
                <a:solidFill>
                  <a:srgbClr val="344778"/>
                </a:solidFill>
              </a:defRPr>
            </a:lvl4pPr>
            <a:lvl5pPr algn="l">
              <a:defRPr sz="2400" b="1">
                <a:solidFill>
                  <a:srgbClr val="344778"/>
                </a:solidFill>
              </a:defRPr>
            </a:lvl5pPr>
            <a:lvl6pPr algn="l">
              <a:defRPr sz="2400" b="1">
                <a:solidFill>
                  <a:srgbClr val="344778"/>
                </a:solidFill>
              </a:defRPr>
            </a:lvl6pPr>
            <a:lvl7pPr algn="l">
              <a:defRPr sz="2400" b="1">
                <a:solidFill>
                  <a:srgbClr val="344778"/>
                </a:solidFill>
              </a:defRPr>
            </a:lvl7pPr>
            <a:lvl8pPr algn="l">
              <a:defRPr sz="2400" b="1">
                <a:solidFill>
                  <a:srgbClr val="344778"/>
                </a:solidFill>
              </a:defRPr>
            </a:lvl8pPr>
            <a:lvl9pPr algn="l">
              <a:defRPr sz="2400" b="1">
                <a:solidFill>
                  <a:srgbClr val="344778"/>
                </a:solidFill>
              </a:defRPr>
            </a:lvl9pPr>
          </a:lstStyle>
          <a:p>
            <a:pPr algn="l">
              <a:defRPr sz="2400" b="1">
                <a:solidFill>
                  <a:srgbClr val="344778"/>
                </a:solidFill>
              </a:defRPr>
            </a:pPr>
            <a:r>
              <a:rPr sz="2400" b="1">
                <a:solidFill>
                  <a:srgbClr val="344778"/>
                </a:solidFill>
              </a:rPr>
              <a:t>次要因变量与探索性调节</a:t>
            </a:r>
            <a:endParaRPr sz="2400" b="1">
              <a:solidFill>
                <a:srgbClr val="344778"/>
              </a:solidFill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1000125" y="2152650"/>
            <a:ext cx="219075" cy="0"/>
          </a:xfrm>
          <a:prstGeom prst="straightConnector1">
            <a:avLst/>
          </a:prstGeom>
          <a:ln w="28575">
            <a:solidFill>
              <a:srgbClr val="397BC4"/>
            </a:solidFill>
            <a:prstDash val="solid"/>
          </a:ln>
        </p:spPr>
      </p:cxnSp>
      <p:sp>
        <p:nvSpPr>
          <p:cNvPr id="25" name="矩形 24"/>
          <p:cNvSpPr>
            <a:spLocks noGrp="1"/>
          </p:cNvSpPr>
          <p:nvPr/>
        </p:nvSpPr>
        <p:spPr>
          <a:xfrm>
            <a:off x="1295400" y="2019300"/>
            <a:ext cx="1381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0">
                <a:solidFill>
                  <a:srgbClr val="397BC4"/>
                </a:solidFill>
              </a:defRPr>
            </a:defPPr>
            <a:lvl1pPr algn="l">
              <a:defRPr sz="1275" b="0">
                <a:solidFill>
                  <a:srgbClr val="397BC4"/>
                </a:solidFill>
              </a:defRPr>
            </a:lvl1pPr>
            <a:lvl2pPr algn="l">
              <a:defRPr sz="1275" b="0">
                <a:solidFill>
                  <a:srgbClr val="397BC4"/>
                </a:solidFill>
              </a:defRPr>
            </a:lvl2pPr>
            <a:lvl3pPr algn="l">
              <a:defRPr sz="1275" b="0">
                <a:solidFill>
                  <a:srgbClr val="397BC4"/>
                </a:solidFill>
              </a:defRPr>
            </a:lvl3pPr>
            <a:lvl4pPr algn="l">
              <a:defRPr sz="1275" b="0">
                <a:solidFill>
                  <a:srgbClr val="397BC4"/>
                </a:solidFill>
              </a:defRPr>
            </a:lvl4pPr>
            <a:lvl5pPr algn="l">
              <a:defRPr sz="1275" b="0">
                <a:solidFill>
                  <a:srgbClr val="397BC4"/>
                </a:solidFill>
              </a:defRPr>
            </a:lvl5pPr>
            <a:lvl6pPr algn="l">
              <a:defRPr sz="1275" b="0">
                <a:solidFill>
                  <a:srgbClr val="397BC4"/>
                </a:solidFill>
              </a:defRPr>
            </a:lvl6pPr>
            <a:lvl7pPr algn="l">
              <a:defRPr sz="1275" b="0">
                <a:solidFill>
                  <a:srgbClr val="397BC4"/>
                </a:solidFill>
              </a:defRPr>
            </a:lvl7pPr>
            <a:lvl8pPr algn="l">
              <a:defRPr sz="1275" b="0">
                <a:solidFill>
                  <a:srgbClr val="397BC4"/>
                </a:solidFill>
              </a:defRPr>
            </a:lvl8pPr>
            <a:lvl9pPr algn="l">
              <a:defRPr sz="1275" b="0">
                <a:solidFill>
                  <a:srgbClr val="397BC4"/>
                </a:solidFill>
              </a:defRPr>
            </a:lvl9pPr>
          </a:lstStyle>
          <a:p>
            <a:pPr algn="l">
              <a:defRPr sz="1275" b="0">
                <a:solidFill>
                  <a:srgbClr val="397BC4"/>
                </a:solidFill>
              </a:defRPr>
            </a:pPr>
            <a:r>
              <a:rPr sz="1275" b="0">
                <a:solidFill>
                  <a:srgbClr val="397BC4"/>
                </a:solidFill>
              </a:rPr>
              <a:t>苏格拉底组</a:t>
            </a:r>
            <a:endParaRPr sz="1275" b="0">
              <a:solidFill>
                <a:srgbClr val="397BC4"/>
              </a:solidFill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>
            <a:off x="2790825" y="2152650"/>
            <a:ext cx="219075" cy="0"/>
          </a:xfrm>
          <a:prstGeom prst="straightConnector1">
            <a:avLst/>
          </a:prstGeom>
          <a:ln w="28575">
            <a:solidFill>
              <a:srgbClr val="439C91"/>
            </a:solidFill>
            <a:prstDash val="solid"/>
          </a:ln>
        </p:spPr>
      </p:cxnSp>
      <p:sp>
        <p:nvSpPr>
          <p:cNvPr id="27" name="矩形 26"/>
          <p:cNvSpPr>
            <a:spLocks noGrp="1"/>
          </p:cNvSpPr>
          <p:nvPr/>
        </p:nvSpPr>
        <p:spPr>
          <a:xfrm>
            <a:off x="3086100" y="2019300"/>
            <a:ext cx="1571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0">
                <a:solidFill>
                  <a:srgbClr val="439C91"/>
                </a:solidFill>
              </a:defRPr>
            </a:defPPr>
            <a:lvl1pPr algn="l">
              <a:defRPr sz="1275" b="0">
                <a:solidFill>
                  <a:srgbClr val="439C91"/>
                </a:solidFill>
              </a:defRPr>
            </a:lvl1pPr>
            <a:lvl2pPr algn="l">
              <a:defRPr sz="1275" b="0">
                <a:solidFill>
                  <a:srgbClr val="439C91"/>
                </a:solidFill>
              </a:defRPr>
            </a:lvl2pPr>
            <a:lvl3pPr algn="l">
              <a:defRPr sz="1275" b="0">
                <a:solidFill>
                  <a:srgbClr val="439C91"/>
                </a:solidFill>
              </a:defRPr>
            </a:lvl3pPr>
            <a:lvl4pPr algn="l">
              <a:defRPr sz="1275" b="0">
                <a:solidFill>
                  <a:srgbClr val="439C91"/>
                </a:solidFill>
              </a:defRPr>
            </a:lvl4pPr>
            <a:lvl5pPr algn="l">
              <a:defRPr sz="1275" b="0">
                <a:solidFill>
                  <a:srgbClr val="439C91"/>
                </a:solidFill>
              </a:defRPr>
            </a:lvl5pPr>
            <a:lvl6pPr algn="l">
              <a:defRPr sz="1275" b="0">
                <a:solidFill>
                  <a:srgbClr val="439C91"/>
                </a:solidFill>
              </a:defRPr>
            </a:lvl6pPr>
            <a:lvl7pPr algn="l">
              <a:defRPr sz="1275" b="0">
                <a:solidFill>
                  <a:srgbClr val="439C91"/>
                </a:solidFill>
              </a:defRPr>
            </a:lvl7pPr>
            <a:lvl8pPr algn="l">
              <a:defRPr sz="1275" b="0">
                <a:solidFill>
                  <a:srgbClr val="439C91"/>
                </a:solidFill>
              </a:defRPr>
            </a:lvl8pPr>
            <a:lvl9pPr algn="l">
              <a:defRPr sz="1275" b="0">
                <a:solidFill>
                  <a:srgbClr val="439C91"/>
                </a:solidFill>
              </a:defRPr>
            </a:lvl9pPr>
          </a:lstStyle>
          <a:p>
            <a:pPr algn="l">
              <a:defRPr sz="1275" b="0">
                <a:solidFill>
                  <a:srgbClr val="439C91"/>
                </a:solidFill>
              </a:defRPr>
            </a:pPr>
            <a:r>
              <a:rPr sz="1275" b="0">
                <a:solidFill>
                  <a:srgbClr val="439C91"/>
                </a:solidFill>
              </a:rPr>
              <a:t>通用Agent组</a:t>
            </a:r>
            <a:endParaRPr sz="1275" b="0">
              <a:solidFill>
                <a:srgbClr val="439C91"/>
              </a:solidFill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4762500" y="2152650"/>
            <a:ext cx="219075" cy="0"/>
          </a:xfrm>
          <a:prstGeom prst="straightConnector1">
            <a:avLst/>
          </a:prstGeom>
          <a:ln w="28575">
            <a:solidFill>
              <a:srgbClr val="8791A0"/>
            </a:solidFill>
            <a:prstDash val="solid"/>
          </a:ln>
        </p:spPr>
      </p:cxnSp>
      <p:sp>
        <p:nvSpPr>
          <p:cNvPr id="29" name="矩形 28"/>
          <p:cNvSpPr>
            <a:spLocks noGrp="1"/>
          </p:cNvSpPr>
          <p:nvPr/>
        </p:nvSpPr>
        <p:spPr>
          <a:xfrm>
            <a:off x="5057775" y="2019300"/>
            <a:ext cx="952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0">
                <a:solidFill>
                  <a:srgbClr val="8791A0"/>
                </a:solidFill>
              </a:defRPr>
            </a:defPPr>
            <a:lvl1pPr algn="l">
              <a:defRPr sz="1275" b="0">
                <a:solidFill>
                  <a:srgbClr val="8791A0"/>
                </a:solidFill>
              </a:defRPr>
            </a:lvl1pPr>
            <a:lvl2pPr algn="l">
              <a:defRPr sz="1275" b="0">
                <a:solidFill>
                  <a:srgbClr val="8791A0"/>
                </a:solidFill>
              </a:defRPr>
            </a:lvl2pPr>
            <a:lvl3pPr algn="l">
              <a:defRPr sz="1275" b="0">
                <a:solidFill>
                  <a:srgbClr val="8791A0"/>
                </a:solidFill>
              </a:defRPr>
            </a:lvl3pPr>
            <a:lvl4pPr algn="l">
              <a:defRPr sz="1275" b="0">
                <a:solidFill>
                  <a:srgbClr val="8791A0"/>
                </a:solidFill>
              </a:defRPr>
            </a:lvl4pPr>
            <a:lvl5pPr algn="l">
              <a:defRPr sz="1275" b="0">
                <a:solidFill>
                  <a:srgbClr val="8791A0"/>
                </a:solidFill>
              </a:defRPr>
            </a:lvl5pPr>
            <a:lvl6pPr algn="l">
              <a:defRPr sz="1275" b="0">
                <a:solidFill>
                  <a:srgbClr val="8791A0"/>
                </a:solidFill>
              </a:defRPr>
            </a:lvl6pPr>
            <a:lvl7pPr algn="l">
              <a:defRPr sz="1275" b="0">
                <a:solidFill>
                  <a:srgbClr val="8791A0"/>
                </a:solidFill>
              </a:defRPr>
            </a:lvl7pPr>
            <a:lvl8pPr algn="l">
              <a:defRPr sz="1275" b="0">
                <a:solidFill>
                  <a:srgbClr val="8791A0"/>
                </a:solidFill>
              </a:defRPr>
            </a:lvl8pPr>
            <a:lvl9pPr algn="l">
              <a:defRPr sz="1275" b="0">
                <a:solidFill>
                  <a:srgbClr val="8791A0"/>
                </a:solidFill>
              </a:defRPr>
            </a:lvl9pPr>
          </a:lstStyle>
          <a:p>
            <a:pPr algn="l">
              <a:defRPr sz="1275" b="0">
                <a:solidFill>
                  <a:srgbClr val="8791A0"/>
                </a:solidFill>
              </a:defRPr>
            </a:pPr>
            <a:r>
              <a:rPr sz="1275" b="0">
                <a:solidFill>
                  <a:srgbClr val="8791A0"/>
                </a:solidFill>
              </a:rPr>
              <a:t>无AI组</a:t>
            </a:r>
            <a:endParaRPr sz="1275" b="0">
              <a:solidFill>
                <a:srgbClr val="8791A0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14375" y="23717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1">
                <a:solidFill>
                  <a:srgbClr val="344778"/>
                </a:solidFill>
              </a:defRPr>
            </a:defPPr>
            <a:lvl1pPr algn="ctr">
              <a:defRPr sz="1650" b="1">
                <a:solidFill>
                  <a:srgbClr val="344778"/>
                </a:solidFill>
              </a:defRPr>
            </a:lvl1pPr>
            <a:lvl2pPr algn="ctr">
              <a:defRPr sz="1650" b="1">
                <a:solidFill>
                  <a:srgbClr val="344778"/>
                </a:solidFill>
              </a:defRPr>
            </a:lvl2pPr>
            <a:lvl3pPr algn="ctr">
              <a:defRPr sz="1650" b="1">
                <a:solidFill>
                  <a:srgbClr val="344778"/>
                </a:solidFill>
              </a:defRPr>
            </a:lvl3pPr>
            <a:lvl4pPr algn="ctr">
              <a:defRPr sz="1650" b="1">
                <a:solidFill>
                  <a:srgbClr val="344778"/>
                </a:solidFill>
              </a:defRPr>
            </a:lvl4pPr>
            <a:lvl5pPr algn="ctr">
              <a:defRPr sz="1650" b="1">
                <a:solidFill>
                  <a:srgbClr val="344778"/>
                </a:solidFill>
              </a:defRPr>
            </a:lvl5pPr>
            <a:lvl6pPr algn="ctr">
              <a:defRPr sz="1650" b="1">
                <a:solidFill>
                  <a:srgbClr val="344778"/>
                </a:solidFill>
              </a:defRPr>
            </a:lvl6pPr>
            <a:lvl7pPr algn="ctr">
              <a:defRPr sz="1650" b="1">
                <a:solidFill>
                  <a:srgbClr val="344778"/>
                </a:solidFill>
              </a:defRPr>
            </a:lvl7pPr>
            <a:lvl8pPr algn="ctr">
              <a:defRPr sz="1650" b="1">
                <a:solidFill>
                  <a:srgbClr val="344778"/>
                </a:solidFill>
              </a:defRPr>
            </a:lvl8pPr>
            <a:lvl9pPr algn="ctr">
              <a:defRPr sz="1650" b="1">
                <a:solidFill>
                  <a:srgbClr val="344778"/>
                </a:solidFill>
              </a:defRPr>
            </a:lvl9pPr>
          </a:lstStyle>
          <a:p>
            <a:pPr algn="ctr">
              <a:defRPr sz="1650" b="1">
                <a:solidFill>
                  <a:srgbClr val="344778"/>
                </a:solidFill>
              </a:defRPr>
            </a:pPr>
            <a:r>
              <a:rPr sz="1650" b="1">
                <a:solidFill>
                  <a:srgbClr val="344778"/>
                </a:solidFill>
              </a:rPr>
              <a:t>内容概括表现</a:t>
            </a:r>
            <a:endParaRPr sz="1650" b="1">
              <a:solidFill>
                <a:srgbClr val="344778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14375" y="2657475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00" b="0">
                <a:solidFill>
                  <a:srgbClr val="67768D"/>
                </a:solidFill>
              </a:defRPr>
            </a:defPPr>
            <a:lvl1pPr algn="ctr">
              <a:defRPr sz="1200" b="0">
                <a:solidFill>
                  <a:srgbClr val="67768D"/>
                </a:solidFill>
              </a:defRPr>
            </a:lvl1pPr>
            <a:lvl2pPr algn="ctr">
              <a:defRPr sz="1200" b="0">
                <a:solidFill>
                  <a:srgbClr val="67768D"/>
                </a:solidFill>
              </a:defRPr>
            </a:lvl2pPr>
            <a:lvl3pPr algn="ctr">
              <a:defRPr sz="1200" b="0">
                <a:solidFill>
                  <a:srgbClr val="67768D"/>
                </a:solidFill>
              </a:defRPr>
            </a:lvl3pPr>
            <a:lvl4pPr algn="ctr">
              <a:defRPr sz="1200" b="0">
                <a:solidFill>
                  <a:srgbClr val="67768D"/>
                </a:solidFill>
              </a:defRPr>
            </a:lvl4pPr>
            <a:lvl5pPr algn="ctr">
              <a:defRPr sz="1200" b="0">
                <a:solidFill>
                  <a:srgbClr val="67768D"/>
                </a:solidFill>
              </a:defRPr>
            </a:lvl5pPr>
            <a:lvl6pPr algn="ctr">
              <a:defRPr sz="1200" b="0">
                <a:solidFill>
                  <a:srgbClr val="67768D"/>
                </a:solidFill>
              </a:defRPr>
            </a:lvl6pPr>
            <a:lvl7pPr algn="ctr">
              <a:defRPr sz="1200" b="0">
                <a:solidFill>
                  <a:srgbClr val="67768D"/>
                </a:solidFill>
              </a:defRPr>
            </a:lvl7pPr>
            <a:lvl8pPr algn="ctr">
              <a:defRPr sz="1200" b="0">
                <a:solidFill>
                  <a:srgbClr val="67768D"/>
                </a:solidFill>
              </a:defRPr>
            </a:lvl8pPr>
            <a:lvl9pPr algn="ctr">
              <a:defRPr sz="1200" b="0">
                <a:solidFill>
                  <a:srgbClr val="67768D"/>
                </a:solidFill>
              </a:defRPr>
            </a:lvl9pPr>
          </a:lstStyle>
          <a:p>
            <a:pPr algn="ctr">
              <a:defRPr sz="1200" b="0">
                <a:solidFill>
                  <a:srgbClr val="67768D"/>
                </a:solidFill>
              </a:defRPr>
            </a:pPr>
            <a:r>
              <a:rPr sz="1200" b="0">
                <a:solidFill>
                  <a:srgbClr val="67768D"/>
                </a:solidFill>
              </a:rPr>
              <a:t>RQ2 · 次要因变量</a:t>
            </a:r>
            <a:endParaRPr sz="1200" b="0">
              <a:solidFill>
                <a:srgbClr val="67768D"/>
              </a:solidFill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1047750" y="3009900"/>
            <a:ext cx="0" cy="1190625"/>
          </a:xfrm>
          <a:prstGeom prst="straightConnector1">
            <a:avLst/>
          </a:prstGeom>
          <a:ln w="13335">
            <a:solidFill>
              <a:srgbClr val="67768D"/>
            </a:solidFill>
            <a:prstDash val="solid"/>
          </a:ln>
        </p:spPr>
      </p:cxnSp>
      <p:cxnSp>
        <p:nvCxnSpPr>
          <p:cNvPr id="33" name="直接箭头连接符 32"/>
          <p:cNvCxnSpPr/>
          <p:nvPr/>
        </p:nvCxnSpPr>
        <p:spPr>
          <a:xfrm>
            <a:off x="1047750" y="4200525"/>
            <a:ext cx="1857375" cy="0"/>
          </a:xfrm>
          <a:prstGeom prst="straightConnector1">
            <a:avLst/>
          </a:prstGeom>
          <a:ln w="13335">
            <a:solidFill>
              <a:srgbClr val="67768D"/>
            </a:solidFill>
            <a:prstDash val="solid"/>
          </a:ln>
        </p:spPr>
      </p:cxnSp>
      <p:sp>
        <p:nvSpPr>
          <p:cNvPr id="34" name="矩形 33"/>
          <p:cNvSpPr>
            <a:spLocks noGrp="1"/>
          </p:cNvSpPr>
          <p:nvPr/>
        </p:nvSpPr>
        <p:spPr>
          <a:xfrm>
            <a:off x="762000" y="2943225"/>
            <a:ext cx="2667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7768D"/>
                </a:solidFill>
              </a:defRPr>
            </a:defPPr>
            <a:lvl1pPr algn="l">
              <a:defRPr sz="1200" b="0">
                <a:solidFill>
                  <a:srgbClr val="67768D"/>
                </a:solidFill>
              </a:defRPr>
            </a:lvl1pPr>
            <a:lvl2pPr algn="l">
              <a:defRPr sz="1200" b="0">
                <a:solidFill>
                  <a:srgbClr val="67768D"/>
                </a:solidFill>
              </a:defRPr>
            </a:lvl2pPr>
            <a:lvl3pPr algn="l">
              <a:defRPr sz="1200" b="0">
                <a:solidFill>
                  <a:srgbClr val="67768D"/>
                </a:solidFill>
              </a:defRPr>
            </a:lvl3pPr>
            <a:lvl4pPr algn="l">
              <a:defRPr sz="1200" b="0">
                <a:solidFill>
                  <a:srgbClr val="67768D"/>
                </a:solidFill>
              </a:defRPr>
            </a:lvl4pPr>
            <a:lvl5pPr algn="l">
              <a:defRPr sz="1200" b="0">
                <a:solidFill>
                  <a:srgbClr val="67768D"/>
                </a:solidFill>
              </a:defRPr>
            </a:lvl5pPr>
            <a:lvl6pPr algn="l">
              <a:defRPr sz="1200" b="0">
                <a:solidFill>
                  <a:srgbClr val="67768D"/>
                </a:solidFill>
              </a:defRPr>
            </a:lvl6pPr>
            <a:lvl7pPr algn="l">
              <a:defRPr sz="1200" b="0">
                <a:solidFill>
                  <a:srgbClr val="67768D"/>
                </a:solidFill>
              </a:defRPr>
            </a:lvl7pPr>
            <a:lvl8pPr algn="l">
              <a:defRPr sz="1200" b="0">
                <a:solidFill>
                  <a:srgbClr val="67768D"/>
                </a:solidFill>
              </a:defRPr>
            </a:lvl8pPr>
            <a:lvl9pPr algn="l">
              <a:defRPr sz="1200" b="0">
                <a:solidFill>
                  <a:srgbClr val="67768D"/>
                </a:solidFill>
              </a:defRPr>
            </a:lvl9pPr>
          </a:lstStyle>
          <a:p>
            <a:pPr algn="l">
              <a:defRPr sz="1200" b="0">
                <a:solidFill>
                  <a:srgbClr val="67768D"/>
                </a:solidFill>
              </a:defRPr>
            </a:pPr>
            <a:r>
              <a:rPr sz="1200" b="0">
                <a:solidFill>
                  <a:srgbClr val="67768D"/>
                </a:solidFill>
              </a:rPr>
              <a:t>高</a:t>
            </a:r>
            <a:endParaRPr sz="1200" b="0">
              <a:solidFill>
                <a:srgbClr val="67768D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62000" y="3971925"/>
            <a:ext cx="2667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7768D"/>
                </a:solidFill>
              </a:defRPr>
            </a:defPPr>
            <a:lvl1pPr algn="l">
              <a:defRPr sz="1200" b="0">
                <a:solidFill>
                  <a:srgbClr val="67768D"/>
                </a:solidFill>
              </a:defRPr>
            </a:lvl1pPr>
            <a:lvl2pPr algn="l">
              <a:defRPr sz="1200" b="0">
                <a:solidFill>
                  <a:srgbClr val="67768D"/>
                </a:solidFill>
              </a:defRPr>
            </a:lvl2pPr>
            <a:lvl3pPr algn="l">
              <a:defRPr sz="1200" b="0">
                <a:solidFill>
                  <a:srgbClr val="67768D"/>
                </a:solidFill>
              </a:defRPr>
            </a:lvl3pPr>
            <a:lvl4pPr algn="l">
              <a:defRPr sz="1200" b="0">
                <a:solidFill>
                  <a:srgbClr val="67768D"/>
                </a:solidFill>
              </a:defRPr>
            </a:lvl4pPr>
            <a:lvl5pPr algn="l">
              <a:defRPr sz="1200" b="0">
                <a:solidFill>
                  <a:srgbClr val="67768D"/>
                </a:solidFill>
              </a:defRPr>
            </a:lvl5pPr>
            <a:lvl6pPr algn="l">
              <a:defRPr sz="1200" b="0">
                <a:solidFill>
                  <a:srgbClr val="67768D"/>
                </a:solidFill>
              </a:defRPr>
            </a:lvl6pPr>
            <a:lvl7pPr algn="l">
              <a:defRPr sz="1200" b="0">
                <a:solidFill>
                  <a:srgbClr val="67768D"/>
                </a:solidFill>
              </a:defRPr>
            </a:lvl7pPr>
            <a:lvl8pPr algn="l">
              <a:defRPr sz="1200" b="0">
                <a:solidFill>
                  <a:srgbClr val="67768D"/>
                </a:solidFill>
              </a:defRPr>
            </a:lvl8pPr>
            <a:lvl9pPr algn="l">
              <a:defRPr sz="1200" b="0">
                <a:solidFill>
                  <a:srgbClr val="67768D"/>
                </a:solidFill>
              </a:defRPr>
            </a:lvl9pPr>
          </a:lstStyle>
          <a:p>
            <a:pPr algn="l">
              <a:defRPr sz="1200" b="0">
                <a:solidFill>
                  <a:srgbClr val="67768D"/>
                </a:solidFill>
              </a:defRPr>
            </a:pPr>
            <a:r>
              <a:rPr sz="1200" b="0">
                <a:solidFill>
                  <a:srgbClr val="67768D"/>
                </a:solidFill>
              </a:rPr>
              <a:t>低</a:t>
            </a:r>
            <a:endParaRPr sz="1200" b="0">
              <a:solidFill>
                <a:srgbClr val="67768D"/>
              </a:solidFill>
            </a:endParaRPr>
          </a:p>
        </p:txBody>
      </p:sp>
      <p:cxnSp>
        <p:nvCxnSpPr>
          <p:cNvPr id="36" name="RISE"/>
          <p:cNvCxnSpPr/>
          <p:nvPr/>
        </p:nvCxnSpPr>
        <p:spPr>
          <a:xfrm flipV="1">
            <a:off x="1285875" y="3819525"/>
            <a:ext cx="1400175" cy="161925"/>
          </a:xfrm>
          <a:prstGeom prst="straightConnector1">
            <a:avLst/>
          </a:prstGeom>
          <a:ln w="26670">
            <a:solidFill>
              <a:srgbClr val="8791A0"/>
            </a:solidFill>
            <a:prstDash val="dash"/>
          </a:ln>
        </p:spPr>
      </p:cxnSp>
      <p:sp>
        <p:nvSpPr>
          <p:cNvPr id="37" name="椭圆 36"/>
          <p:cNvSpPr>
            <a:spLocks noGrp="1"/>
          </p:cNvSpPr>
          <p:nvPr/>
        </p:nvSpPr>
        <p:spPr>
          <a:xfrm>
            <a:off x="1250633" y="3946208"/>
            <a:ext cx="70485" cy="70485"/>
          </a:xfrm>
          <a:prstGeom prst="ellipse">
            <a:avLst/>
          </a:prstGeom>
          <a:solidFill>
            <a:srgbClr val="8791A0"/>
          </a:solidFill>
          <a:ln w="0">
            <a:solidFill>
              <a:srgbClr val="8791A0"/>
            </a:solidFill>
          </a:ln>
        </p:spPr>
      </p:sp>
      <p:sp>
        <p:nvSpPr>
          <p:cNvPr id="38" name="椭圆 37"/>
          <p:cNvSpPr>
            <a:spLocks noGrp="1"/>
          </p:cNvSpPr>
          <p:nvPr/>
        </p:nvSpPr>
        <p:spPr>
          <a:xfrm>
            <a:off x="2650808" y="3784283"/>
            <a:ext cx="70485" cy="70485"/>
          </a:xfrm>
          <a:prstGeom prst="ellipse">
            <a:avLst/>
          </a:prstGeom>
          <a:solidFill>
            <a:srgbClr val="8791A0"/>
          </a:solidFill>
          <a:ln w="0">
            <a:solidFill>
              <a:srgbClr val="8791A0"/>
            </a:solidFill>
          </a:ln>
        </p:spPr>
      </p:sp>
      <p:cxnSp>
        <p:nvCxnSpPr>
          <p:cNvPr id="39" name="RISE"/>
          <p:cNvCxnSpPr/>
          <p:nvPr/>
        </p:nvCxnSpPr>
        <p:spPr>
          <a:xfrm flipV="1">
            <a:off x="1285875" y="3190875"/>
            <a:ext cx="1400175" cy="790575"/>
          </a:xfrm>
          <a:prstGeom prst="straightConnector1">
            <a:avLst/>
          </a:prstGeom>
          <a:ln w="26670">
            <a:solidFill>
              <a:srgbClr val="439C91"/>
            </a:solidFill>
            <a:prstDash val="dash"/>
          </a:ln>
        </p:spPr>
      </p:cxnSp>
      <p:sp>
        <p:nvSpPr>
          <p:cNvPr id="40" name="椭圆 39"/>
          <p:cNvSpPr>
            <a:spLocks noGrp="1"/>
          </p:cNvSpPr>
          <p:nvPr/>
        </p:nvSpPr>
        <p:spPr>
          <a:xfrm>
            <a:off x="1250633" y="3946208"/>
            <a:ext cx="70485" cy="70485"/>
          </a:xfrm>
          <a:prstGeom prst="ellipse">
            <a:avLst/>
          </a:prstGeom>
          <a:solidFill>
            <a:srgbClr val="439C91"/>
          </a:solidFill>
          <a:ln w="0">
            <a:solidFill>
              <a:srgbClr val="439C91"/>
            </a:solidFill>
          </a:ln>
        </p:spPr>
      </p:sp>
      <p:sp>
        <p:nvSpPr>
          <p:cNvPr id="41" name="椭圆 40"/>
          <p:cNvSpPr>
            <a:spLocks noGrp="1"/>
          </p:cNvSpPr>
          <p:nvPr/>
        </p:nvSpPr>
        <p:spPr>
          <a:xfrm>
            <a:off x="2650808" y="3155633"/>
            <a:ext cx="70485" cy="70485"/>
          </a:xfrm>
          <a:prstGeom prst="ellipse">
            <a:avLst/>
          </a:prstGeom>
          <a:solidFill>
            <a:srgbClr val="439C91"/>
          </a:solidFill>
          <a:ln w="0">
            <a:solidFill>
              <a:srgbClr val="439C91"/>
            </a:solidFill>
          </a:ln>
        </p:spPr>
      </p:sp>
      <p:cxnSp>
        <p:nvCxnSpPr>
          <p:cNvPr id="42" name="RISE"/>
          <p:cNvCxnSpPr/>
          <p:nvPr/>
        </p:nvCxnSpPr>
        <p:spPr>
          <a:xfrm flipV="1">
            <a:off x="1285875" y="3114675"/>
            <a:ext cx="1400175" cy="866775"/>
          </a:xfrm>
          <a:prstGeom prst="straightConnector1">
            <a:avLst/>
          </a:prstGeom>
          <a:ln w="26670">
            <a:solidFill>
              <a:srgbClr val="397BC4"/>
            </a:solidFill>
            <a:prstDash val="solid"/>
          </a:ln>
        </p:spPr>
      </p:cxnSp>
      <p:sp>
        <p:nvSpPr>
          <p:cNvPr id="43" name="椭圆 42"/>
          <p:cNvSpPr>
            <a:spLocks noGrp="1"/>
          </p:cNvSpPr>
          <p:nvPr/>
        </p:nvSpPr>
        <p:spPr>
          <a:xfrm>
            <a:off x="1250633" y="3946208"/>
            <a:ext cx="70485" cy="70485"/>
          </a:xfrm>
          <a:prstGeom prst="ellipse">
            <a:avLst/>
          </a:prstGeom>
          <a:solidFill>
            <a:srgbClr val="397BC4"/>
          </a:solidFill>
          <a:ln w="0">
            <a:solidFill>
              <a:srgbClr val="397BC4"/>
            </a:solidFill>
          </a:ln>
        </p:spPr>
      </p:sp>
      <p:sp>
        <p:nvSpPr>
          <p:cNvPr id="44" name="椭圆 43"/>
          <p:cNvSpPr>
            <a:spLocks noGrp="1"/>
          </p:cNvSpPr>
          <p:nvPr/>
        </p:nvSpPr>
        <p:spPr>
          <a:xfrm>
            <a:off x="2650808" y="3079433"/>
            <a:ext cx="70485" cy="70485"/>
          </a:xfrm>
          <a:prstGeom prst="ellipse">
            <a:avLst/>
          </a:prstGeom>
          <a:solidFill>
            <a:srgbClr val="397BC4"/>
          </a:solidFill>
          <a:ln w="0">
            <a:solidFill>
              <a:srgbClr val="397BC4"/>
            </a:solidFill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71550" y="4238625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0">
                <a:solidFill>
                  <a:srgbClr val="67768D"/>
                </a:solidFill>
              </a:defRPr>
            </a:defPPr>
            <a:lvl1pPr algn="ctr">
              <a:defRPr sz="1275" b="0">
                <a:solidFill>
                  <a:srgbClr val="67768D"/>
                </a:solidFill>
              </a:defRPr>
            </a:lvl1pPr>
            <a:lvl2pPr algn="ctr">
              <a:defRPr sz="1275" b="0">
                <a:solidFill>
                  <a:srgbClr val="67768D"/>
                </a:solidFill>
              </a:defRPr>
            </a:lvl2pPr>
            <a:lvl3pPr algn="ctr">
              <a:defRPr sz="1275" b="0">
                <a:solidFill>
                  <a:srgbClr val="67768D"/>
                </a:solidFill>
              </a:defRPr>
            </a:lvl3pPr>
            <a:lvl4pPr algn="ctr">
              <a:defRPr sz="1275" b="0">
                <a:solidFill>
                  <a:srgbClr val="67768D"/>
                </a:solidFill>
              </a:defRPr>
            </a:lvl4pPr>
            <a:lvl5pPr algn="ctr">
              <a:defRPr sz="1275" b="0">
                <a:solidFill>
                  <a:srgbClr val="67768D"/>
                </a:solidFill>
              </a:defRPr>
            </a:lvl5pPr>
            <a:lvl6pPr algn="ctr">
              <a:defRPr sz="1275" b="0">
                <a:solidFill>
                  <a:srgbClr val="67768D"/>
                </a:solidFill>
              </a:defRPr>
            </a:lvl6pPr>
            <a:lvl7pPr algn="ctr">
              <a:defRPr sz="1275" b="0">
                <a:solidFill>
                  <a:srgbClr val="67768D"/>
                </a:solidFill>
              </a:defRPr>
            </a:lvl7pPr>
            <a:lvl8pPr algn="ctr">
              <a:defRPr sz="1275" b="0">
                <a:solidFill>
                  <a:srgbClr val="67768D"/>
                </a:solidFill>
              </a:defRPr>
            </a:lvl8pPr>
            <a:lvl9pPr algn="ctr">
              <a:defRPr sz="1275" b="0">
                <a:solidFill>
                  <a:srgbClr val="67768D"/>
                </a:solidFill>
              </a:defRPr>
            </a:lvl9pPr>
          </a:lstStyle>
          <a:p>
            <a:pPr algn="ctr">
              <a:defRPr sz="1275" b="0">
                <a:solidFill>
                  <a:srgbClr val="67768D"/>
                </a:solidFill>
              </a:defRPr>
            </a:pPr>
            <a:r>
              <a:rPr sz="1275" b="0">
                <a:solidFill>
                  <a:srgbClr val="67768D"/>
                </a:solidFill>
              </a:rPr>
              <a:t>前测</a:t>
            </a:r>
            <a:endParaRPr sz="1275" b="0">
              <a:solidFill>
                <a:srgbClr val="67768D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352675" y="4238625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0">
                <a:solidFill>
                  <a:srgbClr val="67768D"/>
                </a:solidFill>
              </a:defRPr>
            </a:defPPr>
            <a:lvl1pPr algn="ctr">
              <a:defRPr sz="1275" b="0">
                <a:solidFill>
                  <a:srgbClr val="67768D"/>
                </a:solidFill>
              </a:defRPr>
            </a:lvl1pPr>
            <a:lvl2pPr algn="ctr">
              <a:defRPr sz="1275" b="0">
                <a:solidFill>
                  <a:srgbClr val="67768D"/>
                </a:solidFill>
              </a:defRPr>
            </a:lvl2pPr>
            <a:lvl3pPr algn="ctr">
              <a:defRPr sz="1275" b="0">
                <a:solidFill>
                  <a:srgbClr val="67768D"/>
                </a:solidFill>
              </a:defRPr>
            </a:lvl3pPr>
            <a:lvl4pPr algn="ctr">
              <a:defRPr sz="1275" b="0">
                <a:solidFill>
                  <a:srgbClr val="67768D"/>
                </a:solidFill>
              </a:defRPr>
            </a:lvl4pPr>
            <a:lvl5pPr algn="ctr">
              <a:defRPr sz="1275" b="0">
                <a:solidFill>
                  <a:srgbClr val="67768D"/>
                </a:solidFill>
              </a:defRPr>
            </a:lvl5pPr>
            <a:lvl6pPr algn="ctr">
              <a:defRPr sz="1275" b="0">
                <a:solidFill>
                  <a:srgbClr val="67768D"/>
                </a:solidFill>
              </a:defRPr>
            </a:lvl6pPr>
            <a:lvl7pPr algn="ctr">
              <a:defRPr sz="1275" b="0">
                <a:solidFill>
                  <a:srgbClr val="67768D"/>
                </a:solidFill>
              </a:defRPr>
            </a:lvl7pPr>
            <a:lvl8pPr algn="ctr">
              <a:defRPr sz="1275" b="0">
                <a:solidFill>
                  <a:srgbClr val="67768D"/>
                </a:solidFill>
              </a:defRPr>
            </a:lvl8pPr>
            <a:lvl9pPr algn="ctr">
              <a:defRPr sz="1275" b="0">
                <a:solidFill>
                  <a:srgbClr val="67768D"/>
                </a:solidFill>
              </a:defRPr>
            </a:lvl9pPr>
          </a:lstStyle>
          <a:p>
            <a:pPr algn="ctr">
              <a:defRPr sz="1275" b="0">
                <a:solidFill>
                  <a:srgbClr val="67768D"/>
                </a:solidFill>
              </a:defRPr>
            </a:pPr>
            <a:r>
              <a:rPr sz="1275" b="0">
                <a:solidFill>
                  <a:srgbClr val="67768D"/>
                </a:solidFill>
              </a:rPr>
              <a:t>后测</a:t>
            </a:r>
            <a:endParaRPr sz="1275" b="0">
              <a:solidFill>
                <a:srgbClr val="67768D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3476625" y="23717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1">
                <a:solidFill>
                  <a:srgbClr val="344778"/>
                </a:solidFill>
              </a:defRPr>
            </a:defPPr>
            <a:lvl1pPr algn="ctr">
              <a:defRPr sz="1650" b="1">
                <a:solidFill>
                  <a:srgbClr val="344778"/>
                </a:solidFill>
              </a:defRPr>
            </a:lvl1pPr>
            <a:lvl2pPr algn="ctr">
              <a:defRPr sz="1650" b="1">
                <a:solidFill>
                  <a:srgbClr val="344778"/>
                </a:solidFill>
              </a:defRPr>
            </a:lvl2pPr>
            <a:lvl3pPr algn="ctr">
              <a:defRPr sz="1650" b="1">
                <a:solidFill>
                  <a:srgbClr val="344778"/>
                </a:solidFill>
              </a:defRPr>
            </a:lvl3pPr>
            <a:lvl4pPr algn="ctr">
              <a:defRPr sz="1650" b="1">
                <a:solidFill>
                  <a:srgbClr val="344778"/>
                </a:solidFill>
              </a:defRPr>
            </a:lvl4pPr>
            <a:lvl5pPr algn="ctr">
              <a:defRPr sz="1650" b="1">
                <a:solidFill>
                  <a:srgbClr val="344778"/>
                </a:solidFill>
              </a:defRPr>
            </a:lvl5pPr>
            <a:lvl6pPr algn="ctr">
              <a:defRPr sz="1650" b="1">
                <a:solidFill>
                  <a:srgbClr val="344778"/>
                </a:solidFill>
              </a:defRPr>
            </a:lvl6pPr>
            <a:lvl7pPr algn="ctr">
              <a:defRPr sz="1650" b="1">
                <a:solidFill>
                  <a:srgbClr val="344778"/>
                </a:solidFill>
              </a:defRPr>
            </a:lvl7pPr>
            <a:lvl8pPr algn="ctr">
              <a:defRPr sz="1650" b="1">
                <a:solidFill>
                  <a:srgbClr val="344778"/>
                </a:solidFill>
              </a:defRPr>
            </a:lvl8pPr>
            <a:lvl9pPr algn="ctr">
              <a:defRPr sz="1650" b="1">
                <a:solidFill>
                  <a:srgbClr val="344778"/>
                </a:solidFill>
              </a:defRPr>
            </a:lvl9pPr>
          </a:lstStyle>
          <a:p>
            <a:pPr algn="ctr">
              <a:defRPr sz="1650" b="1">
                <a:solidFill>
                  <a:srgbClr val="344778"/>
                </a:solidFill>
              </a:defRPr>
            </a:pPr>
            <a:r>
              <a:rPr sz="1650" b="1">
                <a:solidFill>
                  <a:srgbClr val="344778"/>
                </a:solidFill>
              </a:rPr>
              <a:t>缺陷识别精确率</a:t>
            </a:r>
            <a:endParaRPr sz="1650" b="1">
              <a:solidFill>
                <a:srgbClr val="344778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476625" y="2657475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00" b="0">
                <a:solidFill>
                  <a:srgbClr val="67768D"/>
                </a:solidFill>
              </a:defRPr>
            </a:defPPr>
            <a:lvl1pPr algn="ctr">
              <a:defRPr sz="1200" b="0">
                <a:solidFill>
                  <a:srgbClr val="67768D"/>
                </a:solidFill>
              </a:defRPr>
            </a:lvl1pPr>
            <a:lvl2pPr algn="ctr">
              <a:defRPr sz="1200" b="0">
                <a:solidFill>
                  <a:srgbClr val="67768D"/>
                </a:solidFill>
              </a:defRPr>
            </a:lvl2pPr>
            <a:lvl3pPr algn="ctr">
              <a:defRPr sz="1200" b="0">
                <a:solidFill>
                  <a:srgbClr val="67768D"/>
                </a:solidFill>
              </a:defRPr>
            </a:lvl3pPr>
            <a:lvl4pPr algn="ctr">
              <a:defRPr sz="1200" b="0">
                <a:solidFill>
                  <a:srgbClr val="67768D"/>
                </a:solidFill>
              </a:defRPr>
            </a:lvl4pPr>
            <a:lvl5pPr algn="ctr">
              <a:defRPr sz="1200" b="0">
                <a:solidFill>
                  <a:srgbClr val="67768D"/>
                </a:solidFill>
              </a:defRPr>
            </a:lvl5pPr>
            <a:lvl6pPr algn="ctr">
              <a:defRPr sz="1200" b="0">
                <a:solidFill>
                  <a:srgbClr val="67768D"/>
                </a:solidFill>
              </a:defRPr>
            </a:lvl6pPr>
            <a:lvl7pPr algn="ctr">
              <a:defRPr sz="1200" b="0">
                <a:solidFill>
                  <a:srgbClr val="67768D"/>
                </a:solidFill>
              </a:defRPr>
            </a:lvl7pPr>
            <a:lvl8pPr algn="ctr">
              <a:defRPr sz="1200" b="0">
                <a:solidFill>
                  <a:srgbClr val="67768D"/>
                </a:solidFill>
              </a:defRPr>
            </a:lvl8pPr>
            <a:lvl9pPr algn="ctr">
              <a:defRPr sz="1200" b="0">
                <a:solidFill>
                  <a:srgbClr val="67768D"/>
                </a:solidFill>
              </a:defRPr>
            </a:lvl9pPr>
          </a:lstStyle>
          <a:p>
            <a:pPr algn="ctr">
              <a:defRPr sz="1200" b="0">
                <a:solidFill>
                  <a:srgbClr val="67768D"/>
                </a:solidFill>
              </a:defRPr>
            </a:pPr>
            <a:r>
              <a:rPr sz="1200" b="0">
                <a:solidFill>
                  <a:srgbClr val="67768D"/>
                </a:solidFill>
              </a:rPr>
              <a:t>补充指标</a:t>
            </a:r>
            <a:endParaRPr sz="1200" b="0">
              <a:solidFill>
                <a:srgbClr val="67768D"/>
              </a:solidFill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3810000" y="3009900"/>
            <a:ext cx="0" cy="1190625"/>
          </a:xfrm>
          <a:prstGeom prst="straightConnector1">
            <a:avLst/>
          </a:prstGeom>
          <a:ln w="13335">
            <a:solidFill>
              <a:srgbClr val="67768D"/>
            </a:solidFill>
            <a:prstDash val="solid"/>
          </a:ln>
        </p:spPr>
      </p:cxnSp>
      <p:cxnSp>
        <p:nvCxnSpPr>
          <p:cNvPr id="50" name="直接箭头连接符 49"/>
          <p:cNvCxnSpPr/>
          <p:nvPr/>
        </p:nvCxnSpPr>
        <p:spPr>
          <a:xfrm>
            <a:off x="3810000" y="4200525"/>
            <a:ext cx="1857375" cy="0"/>
          </a:xfrm>
          <a:prstGeom prst="straightConnector1">
            <a:avLst/>
          </a:prstGeom>
          <a:ln w="13335">
            <a:solidFill>
              <a:srgbClr val="67768D"/>
            </a:solidFill>
            <a:prstDash val="solid"/>
          </a:ln>
        </p:spPr>
      </p:cxnSp>
      <p:sp>
        <p:nvSpPr>
          <p:cNvPr id="51" name="矩形 50"/>
          <p:cNvSpPr>
            <a:spLocks noGrp="1"/>
          </p:cNvSpPr>
          <p:nvPr/>
        </p:nvSpPr>
        <p:spPr>
          <a:xfrm>
            <a:off x="3524250" y="2943225"/>
            <a:ext cx="2667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7768D"/>
                </a:solidFill>
              </a:defRPr>
            </a:defPPr>
            <a:lvl1pPr algn="l">
              <a:defRPr sz="1200" b="0">
                <a:solidFill>
                  <a:srgbClr val="67768D"/>
                </a:solidFill>
              </a:defRPr>
            </a:lvl1pPr>
            <a:lvl2pPr algn="l">
              <a:defRPr sz="1200" b="0">
                <a:solidFill>
                  <a:srgbClr val="67768D"/>
                </a:solidFill>
              </a:defRPr>
            </a:lvl2pPr>
            <a:lvl3pPr algn="l">
              <a:defRPr sz="1200" b="0">
                <a:solidFill>
                  <a:srgbClr val="67768D"/>
                </a:solidFill>
              </a:defRPr>
            </a:lvl3pPr>
            <a:lvl4pPr algn="l">
              <a:defRPr sz="1200" b="0">
                <a:solidFill>
                  <a:srgbClr val="67768D"/>
                </a:solidFill>
              </a:defRPr>
            </a:lvl4pPr>
            <a:lvl5pPr algn="l">
              <a:defRPr sz="1200" b="0">
                <a:solidFill>
                  <a:srgbClr val="67768D"/>
                </a:solidFill>
              </a:defRPr>
            </a:lvl5pPr>
            <a:lvl6pPr algn="l">
              <a:defRPr sz="1200" b="0">
                <a:solidFill>
                  <a:srgbClr val="67768D"/>
                </a:solidFill>
              </a:defRPr>
            </a:lvl6pPr>
            <a:lvl7pPr algn="l">
              <a:defRPr sz="1200" b="0">
                <a:solidFill>
                  <a:srgbClr val="67768D"/>
                </a:solidFill>
              </a:defRPr>
            </a:lvl7pPr>
            <a:lvl8pPr algn="l">
              <a:defRPr sz="1200" b="0">
                <a:solidFill>
                  <a:srgbClr val="67768D"/>
                </a:solidFill>
              </a:defRPr>
            </a:lvl8pPr>
            <a:lvl9pPr algn="l">
              <a:defRPr sz="1200" b="0">
                <a:solidFill>
                  <a:srgbClr val="67768D"/>
                </a:solidFill>
              </a:defRPr>
            </a:lvl9pPr>
          </a:lstStyle>
          <a:p>
            <a:pPr algn="l">
              <a:defRPr sz="1200" b="0">
                <a:solidFill>
                  <a:srgbClr val="67768D"/>
                </a:solidFill>
              </a:defRPr>
            </a:pPr>
            <a:r>
              <a:rPr sz="1200" b="0">
                <a:solidFill>
                  <a:srgbClr val="67768D"/>
                </a:solidFill>
              </a:rPr>
              <a:t>高</a:t>
            </a:r>
            <a:endParaRPr sz="1200" b="0">
              <a:solidFill>
                <a:srgbClr val="67768D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524250" y="3971925"/>
            <a:ext cx="2667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7768D"/>
                </a:solidFill>
              </a:defRPr>
            </a:defPPr>
            <a:lvl1pPr algn="l">
              <a:defRPr sz="1200" b="0">
                <a:solidFill>
                  <a:srgbClr val="67768D"/>
                </a:solidFill>
              </a:defRPr>
            </a:lvl1pPr>
            <a:lvl2pPr algn="l">
              <a:defRPr sz="1200" b="0">
                <a:solidFill>
                  <a:srgbClr val="67768D"/>
                </a:solidFill>
              </a:defRPr>
            </a:lvl2pPr>
            <a:lvl3pPr algn="l">
              <a:defRPr sz="1200" b="0">
                <a:solidFill>
                  <a:srgbClr val="67768D"/>
                </a:solidFill>
              </a:defRPr>
            </a:lvl3pPr>
            <a:lvl4pPr algn="l">
              <a:defRPr sz="1200" b="0">
                <a:solidFill>
                  <a:srgbClr val="67768D"/>
                </a:solidFill>
              </a:defRPr>
            </a:lvl4pPr>
            <a:lvl5pPr algn="l">
              <a:defRPr sz="1200" b="0">
                <a:solidFill>
                  <a:srgbClr val="67768D"/>
                </a:solidFill>
              </a:defRPr>
            </a:lvl5pPr>
            <a:lvl6pPr algn="l">
              <a:defRPr sz="1200" b="0">
                <a:solidFill>
                  <a:srgbClr val="67768D"/>
                </a:solidFill>
              </a:defRPr>
            </a:lvl6pPr>
            <a:lvl7pPr algn="l">
              <a:defRPr sz="1200" b="0">
                <a:solidFill>
                  <a:srgbClr val="67768D"/>
                </a:solidFill>
              </a:defRPr>
            </a:lvl7pPr>
            <a:lvl8pPr algn="l">
              <a:defRPr sz="1200" b="0">
                <a:solidFill>
                  <a:srgbClr val="67768D"/>
                </a:solidFill>
              </a:defRPr>
            </a:lvl8pPr>
            <a:lvl9pPr algn="l">
              <a:defRPr sz="1200" b="0">
                <a:solidFill>
                  <a:srgbClr val="67768D"/>
                </a:solidFill>
              </a:defRPr>
            </a:lvl9pPr>
          </a:lstStyle>
          <a:p>
            <a:pPr algn="l">
              <a:defRPr sz="1200" b="0">
                <a:solidFill>
                  <a:srgbClr val="67768D"/>
                </a:solidFill>
              </a:defRPr>
            </a:pPr>
            <a:r>
              <a:rPr sz="1200" b="0">
                <a:solidFill>
                  <a:srgbClr val="67768D"/>
                </a:solidFill>
              </a:rPr>
              <a:t>低</a:t>
            </a:r>
            <a:endParaRPr sz="1200" b="0">
              <a:solidFill>
                <a:srgbClr val="67768D"/>
              </a:solidFill>
            </a:endParaRPr>
          </a:p>
        </p:txBody>
      </p:sp>
      <p:cxnSp>
        <p:nvCxnSpPr>
          <p:cNvPr id="53" name="RISE"/>
          <p:cNvCxnSpPr/>
          <p:nvPr/>
        </p:nvCxnSpPr>
        <p:spPr>
          <a:xfrm flipV="1">
            <a:off x="4048125" y="3819525"/>
            <a:ext cx="1400175" cy="161925"/>
          </a:xfrm>
          <a:prstGeom prst="straightConnector1">
            <a:avLst/>
          </a:prstGeom>
          <a:ln w="26670">
            <a:solidFill>
              <a:srgbClr val="8791A0"/>
            </a:solidFill>
            <a:prstDash val="dash"/>
          </a:ln>
        </p:spPr>
      </p:cxnSp>
      <p:sp>
        <p:nvSpPr>
          <p:cNvPr id="54" name="椭圆 53"/>
          <p:cNvSpPr>
            <a:spLocks noGrp="1"/>
          </p:cNvSpPr>
          <p:nvPr/>
        </p:nvSpPr>
        <p:spPr>
          <a:xfrm>
            <a:off x="4012883" y="3946208"/>
            <a:ext cx="70485" cy="70485"/>
          </a:xfrm>
          <a:prstGeom prst="ellipse">
            <a:avLst/>
          </a:prstGeom>
          <a:solidFill>
            <a:srgbClr val="8791A0"/>
          </a:solidFill>
          <a:ln w="0">
            <a:solidFill>
              <a:srgbClr val="8791A0"/>
            </a:solidFill>
          </a:ln>
        </p:spPr>
      </p:sp>
      <p:sp>
        <p:nvSpPr>
          <p:cNvPr id="55" name="椭圆 54"/>
          <p:cNvSpPr>
            <a:spLocks noGrp="1"/>
          </p:cNvSpPr>
          <p:nvPr/>
        </p:nvSpPr>
        <p:spPr>
          <a:xfrm>
            <a:off x="5413058" y="3784283"/>
            <a:ext cx="70485" cy="70485"/>
          </a:xfrm>
          <a:prstGeom prst="ellipse">
            <a:avLst/>
          </a:prstGeom>
          <a:solidFill>
            <a:srgbClr val="8791A0"/>
          </a:solidFill>
          <a:ln w="0">
            <a:solidFill>
              <a:srgbClr val="8791A0"/>
            </a:solidFill>
          </a:ln>
        </p:spPr>
      </p:sp>
      <p:cxnSp>
        <p:nvCxnSpPr>
          <p:cNvPr id="56" name="RISE"/>
          <p:cNvCxnSpPr/>
          <p:nvPr/>
        </p:nvCxnSpPr>
        <p:spPr>
          <a:xfrm flipV="1">
            <a:off x="4048125" y="3743325"/>
            <a:ext cx="1400175" cy="238125"/>
          </a:xfrm>
          <a:prstGeom prst="straightConnector1">
            <a:avLst/>
          </a:prstGeom>
          <a:ln w="26670">
            <a:solidFill>
              <a:srgbClr val="439C91"/>
            </a:solidFill>
            <a:prstDash val="dash"/>
          </a:ln>
        </p:spPr>
      </p:cxnSp>
      <p:sp>
        <p:nvSpPr>
          <p:cNvPr id="57" name="椭圆 56"/>
          <p:cNvSpPr>
            <a:spLocks noGrp="1"/>
          </p:cNvSpPr>
          <p:nvPr/>
        </p:nvSpPr>
        <p:spPr>
          <a:xfrm>
            <a:off x="4012883" y="3946208"/>
            <a:ext cx="70485" cy="70485"/>
          </a:xfrm>
          <a:prstGeom prst="ellipse">
            <a:avLst/>
          </a:prstGeom>
          <a:solidFill>
            <a:srgbClr val="439C91"/>
          </a:solidFill>
          <a:ln w="0">
            <a:solidFill>
              <a:srgbClr val="439C91"/>
            </a:solidFill>
          </a:ln>
        </p:spPr>
      </p:sp>
      <p:sp>
        <p:nvSpPr>
          <p:cNvPr id="58" name="椭圆 57"/>
          <p:cNvSpPr>
            <a:spLocks noGrp="1"/>
          </p:cNvSpPr>
          <p:nvPr/>
        </p:nvSpPr>
        <p:spPr>
          <a:xfrm>
            <a:off x="5413058" y="3708083"/>
            <a:ext cx="70485" cy="70485"/>
          </a:xfrm>
          <a:prstGeom prst="ellipse">
            <a:avLst/>
          </a:prstGeom>
          <a:solidFill>
            <a:srgbClr val="439C91"/>
          </a:solidFill>
          <a:ln w="0">
            <a:solidFill>
              <a:srgbClr val="439C91"/>
            </a:solidFill>
          </a:ln>
        </p:spPr>
      </p:sp>
      <p:cxnSp>
        <p:nvCxnSpPr>
          <p:cNvPr id="59" name="RISE"/>
          <p:cNvCxnSpPr/>
          <p:nvPr/>
        </p:nvCxnSpPr>
        <p:spPr>
          <a:xfrm flipV="1">
            <a:off x="4048125" y="3114675"/>
            <a:ext cx="1400175" cy="866775"/>
          </a:xfrm>
          <a:prstGeom prst="straightConnector1">
            <a:avLst/>
          </a:prstGeom>
          <a:ln w="26670">
            <a:solidFill>
              <a:srgbClr val="397BC4"/>
            </a:solidFill>
            <a:prstDash val="solid"/>
          </a:ln>
        </p:spPr>
      </p:cxnSp>
      <p:sp>
        <p:nvSpPr>
          <p:cNvPr id="60" name="椭圆 59"/>
          <p:cNvSpPr>
            <a:spLocks noGrp="1"/>
          </p:cNvSpPr>
          <p:nvPr/>
        </p:nvSpPr>
        <p:spPr>
          <a:xfrm>
            <a:off x="4012883" y="3946208"/>
            <a:ext cx="70485" cy="70485"/>
          </a:xfrm>
          <a:prstGeom prst="ellipse">
            <a:avLst/>
          </a:prstGeom>
          <a:solidFill>
            <a:srgbClr val="397BC4"/>
          </a:solidFill>
          <a:ln w="0">
            <a:solidFill>
              <a:srgbClr val="397BC4"/>
            </a:solidFill>
          </a:ln>
        </p:spPr>
      </p:sp>
      <p:sp>
        <p:nvSpPr>
          <p:cNvPr id="61" name="椭圆 60"/>
          <p:cNvSpPr>
            <a:spLocks noGrp="1"/>
          </p:cNvSpPr>
          <p:nvPr/>
        </p:nvSpPr>
        <p:spPr>
          <a:xfrm>
            <a:off x="5413058" y="3079433"/>
            <a:ext cx="70485" cy="70485"/>
          </a:xfrm>
          <a:prstGeom prst="ellipse">
            <a:avLst/>
          </a:prstGeom>
          <a:solidFill>
            <a:srgbClr val="397BC4"/>
          </a:solidFill>
          <a:ln w="0">
            <a:solidFill>
              <a:srgbClr val="397BC4"/>
            </a:solidFill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3733800" y="4238625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0">
                <a:solidFill>
                  <a:srgbClr val="67768D"/>
                </a:solidFill>
              </a:defRPr>
            </a:defPPr>
            <a:lvl1pPr algn="ctr">
              <a:defRPr sz="1275" b="0">
                <a:solidFill>
                  <a:srgbClr val="67768D"/>
                </a:solidFill>
              </a:defRPr>
            </a:lvl1pPr>
            <a:lvl2pPr algn="ctr">
              <a:defRPr sz="1275" b="0">
                <a:solidFill>
                  <a:srgbClr val="67768D"/>
                </a:solidFill>
              </a:defRPr>
            </a:lvl2pPr>
            <a:lvl3pPr algn="ctr">
              <a:defRPr sz="1275" b="0">
                <a:solidFill>
                  <a:srgbClr val="67768D"/>
                </a:solidFill>
              </a:defRPr>
            </a:lvl3pPr>
            <a:lvl4pPr algn="ctr">
              <a:defRPr sz="1275" b="0">
                <a:solidFill>
                  <a:srgbClr val="67768D"/>
                </a:solidFill>
              </a:defRPr>
            </a:lvl4pPr>
            <a:lvl5pPr algn="ctr">
              <a:defRPr sz="1275" b="0">
                <a:solidFill>
                  <a:srgbClr val="67768D"/>
                </a:solidFill>
              </a:defRPr>
            </a:lvl5pPr>
            <a:lvl6pPr algn="ctr">
              <a:defRPr sz="1275" b="0">
                <a:solidFill>
                  <a:srgbClr val="67768D"/>
                </a:solidFill>
              </a:defRPr>
            </a:lvl6pPr>
            <a:lvl7pPr algn="ctr">
              <a:defRPr sz="1275" b="0">
                <a:solidFill>
                  <a:srgbClr val="67768D"/>
                </a:solidFill>
              </a:defRPr>
            </a:lvl7pPr>
            <a:lvl8pPr algn="ctr">
              <a:defRPr sz="1275" b="0">
                <a:solidFill>
                  <a:srgbClr val="67768D"/>
                </a:solidFill>
              </a:defRPr>
            </a:lvl8pPr>
            <a:lvl9pPr algn="ctr">
              <a:defRPr sz="1275" b="0">
                <a:solidFill>
                  <a:srgbClr val="67768D"/>
                </a:solidFill>
              </a:defRPr>
            </a:lvl9pPr>
          </a:lstStyle>
          <a:p>
            <a:pPr algn="ctr">
              <a:defRPr sz="1275" b="0">
                <a:solidFill>
                  <a:srgbClr val="67768D"/>
                </a:solidFill>
              </a:defRPr>
            </a:pPr>
            <a:r>
              <a:rPr sz="1275" b="0">
                <a:solidFill>
                  <a:srgbClr val="67768D"/>
                </a:solidFill>
              </a:rPr>
              <a:t>前测</a:t>
            </a:r>
            <a:endParaRPr sz="1275" b="0">
              <a:solidFill>
                <a:srgbClr val="67768D"/>
              </a:solidFill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5114925" y="4238625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0">
                <a:solidFill>
                  <a:srgbClr val="67768D"/>
                </a:solidFill>
              </a:defRPr>
            </a:defPPr>
            <a:lvl1pPr algn="ctr">
              <a:defRPr sz="1275" b="0">
                <a:solidFill>
                  <a:srgbClr val="67768D"/>
                </a:solidFill>
              </a:defRPr>
            </a:lvl1pPr>
            <a:lvl2pPr algn="ctr">
              <a:defRPr sz="1275" b="0">
                <a:solidFill>
                  <a:srgbClr val="67768D"/>
                </a:solidFill>
              </a:defRPr>
            </a:lvl2pPr>
            <a:lvl3pPr algn="ctr">
              <a:defRPr sz="1275" b="0">
                <a:solidFill>
                  <a:srgbClr val="67768D"/>
                </a:solidFill>
              </a:defRPr>
            </a:lvl3pPr>
            <a:lvl4pPr algn="ctr">
              <a:defRPr sz="1275" b="0">
                <a:solidFill>
                  <a:srgbClr val="67768D"/>
                </a:solidFill>
              </a:defRPr>
            </a:lvl4pPr>
            <a:lvl5pPr algn="ctr">
              <a:defRPr sz="1275" b="0">
                <a:solidFill>
                  <a:srgbClr val="67768D"/>
                </a:solidFill>
              </a:defRPr>
            </a:lvl5pPr>
            <a:lvl6pPr algn="ctr">
              <a:defRPr sz="1275" b="0">
                <a:solidFill>
                  <a:srgbClr val="67768D"/>
                </a:solidFill>
              </a:defRPr>
            </a:lvl6pPr>
            <a:lvl7pPr algn="ctr">
              <a:defRPr sz="1275" b="0">
                <a:solidFill>
                  <a:srgbClr val="67768D"/>
                </a:solidFill>
              </a:defRPr>
            </a:lvl7pPr>
            <a:lvl8pPr algn="ctr">
              <a:defRPr sz="1275" b="0">
                <a:solidFill>
                  <a:srgbClr val="67768D"/>
                </a:solidFill>
              </a:defRPr>
            </a:lvl8pPr>
            <a:lvl9pPr algn="ctr">
              <a:defRPr sz="1275" b="0">
                <a:solidFill>
                  <a:srgbClr val="67768D"/>
                </a:solidFill>
              </a:defRPr>
            </a:lvl9pPr>
          </a:lstStyle>
          <a:p>
            <a:pPr algn="ctr">
              <a:defRPr sz="1275" b="0">
                <a:solidFill>
                  <a:srgbClr val="67768D"/>
                </a:solidFill>
              </a:defRPr>
            </a:pPr>
            <a:r>
              <a:rPr sz="1275" b="0">
                <a:solidFill>
                  <a:srgbClr val="67768D"/>
                </a:solidFill>
              </a:rPr>
              <a:t>后测</a:t>
            </a:r>
            <a:endParaRPr sz="1275" b="0">
              <a:solidFill>
                <a:srgbClr val="67768D"/>
              </a:solidFill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6238875" y="23717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1">
                <a:solidFill>
                  <a:srgbClr val="397BC4"/>
                </a:solidFill>
              </a:defRPr>
            </a:defPPr>
            <a:lvl1pPr algn="ctr">
              <a:defRPr sz="1650" b="1">
                <a:solidFill>
                  <a:srgbClr val="397BC4"/>
                </a:solidFill>
              </a:defRPr>
            </a:lvl1pPr>
            <a:lvl2pPr algn="ctr">
              <a:defRPr sz="1650" b="1">
                <a:solidFill>
                  <a:srgbClr val="397BC4"/>
                </a:solidFill>
              </a:defRPr>
            </a:lvl2pPr>
            <a:lvl3pPr algn="ctr">
              <a:defRPr sz="1650" b="1">
                <a:solidFill>
                  <a:srgbClr val="397BC4"/>
                </a:solidFill>
              </a:defRPr>
            </a:lvl3pPr>
            <a:lvl4pPr algn="ctr">
              <a:defRPr sz="1650" b="1">
                <a:solidFill>
                  <a:srgbClr val="397BC4"/>
                </a:solidFill>
              </a:defRPr>
            </a:lvl4pPr>
            <a:lvl5pPr algn="ctr">
              <a:defRPr sz="1650" b="1">
                <a:solidFill>
                  <a:srgbClr val="397BC4"/>
                </a:solidFill>
              </a:defRPr>
            </a:lvl5pPr>
            <a:lvl6pPr algn="ctr">
              <a:defRPr sz="1650" b="1">
                <a:solidFill>
                  <a:srgbClr val="397BC4"/>
                </a:solidFill>
              </a:defRPr>
            </a:lvl6pPr>
            <a:lvl7pPr algn="ctr">
              <a:defRPr sz="1650" b="1">
                <a:solidFill>
                  <a:srgbClr val="397BC4"/>
                </a:solidFill>
              </a:defRPr>
            </a:lvl7pPr>
            <a:lvl8pPr algn="ctr">
              <a:defRPr sz="1650" b="1">
                <a:solidFill>
                  <a:srgbClr val="397BC4"/>
                </a:solidFill>
              </a:defRPr>
            </a:lvl8pPr>
            <a:lvl9pPr algn="ctr">
              <a:defRPr sz="1650" b="1">
                <a:solidFill>
                  <a:srgbClr val="397BC4"/>
                </a:solidFill>
              </a:defRPr>
            </a:lvl9pPr>
          </a:lstStyle>
          <a:p>
            <a:pPr algn="ctr">
              <a:defRPr sz="1650" b="1">
                <a:solidFill>
                  <a:srgbClr val="397BC4"/>
                </a:solidFill>
              </a:defRPr>
            </a:pPr>
            <a:r>
              <a:rPr sz="1650" b="1">
                <a:solidFill>
                  <a:srgbClr val="397BC4"/>
                </a:solidFill>
              </a:rPr>
              <a:t>H3a · 击中率</a:t>
            </a:r>
            <a:endParaRPr sz="1650" b="1">
              <a:solidFill>
                <a:srgbClr val="397BC4"/>
              </a:solidFill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6543675" y="2674620"/>
            <a:ext cx="1933575" cy="2209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00" b="0">
                <a:solidFill>
                  <a:srgbClr val="67768D"/>
                </a:solidFill>
              </a:defRPr>
            </a:defPPr>
            <a:lvl1pPr algn="ctr">
              <a:defRPr sz="1200" b="0">
                <a:solidFill>
                  <a:srgbClr val="67768D"/>
                </a:solidFill>
              </a:defRPr>
            </a:lvl1pPr>
            <a:lvl2pPr algn="ctr">
              <a:defRPr sz="1200" b="0">
                <a:solidFill>
                  <a:srgbClr val="67768D"/>
                </a:solidFill>
              </a:defRPr>
            </a:lvl2pPr>
            <a:lvl3pPr algn="ctr">
              <a:defRPr sz="1200" b="0">
                <a:solidFill>
                  <a:srgbClr val="67768D"/>
                </a:solidFill>
              </a:defRPr>
            </a:lvl3pPr>
            <a:lvl4pPr algn="ctr">
              <a:defRPr sz="1200" b="0">
                <a:solidFill>
                  <a:srgbClr val="67768D"/>
                </a:solidFill>
              </a:defRPr>
            </a:lvl4pPr>
            <a:lvl5pPr algn="ctr">
              <a:defRPr sz="1200" b="0">
                <a:solidFill>
                  <a:srgbClr val="67768D"/>
                </a:solidFill>
              </a:defRPr>
            </a:lvl5pPr>
            <a:lvl6pPr algn="ctr">
              <a:defRPr sz="1200" b="0">
                <a:solidFill>
                  <a:srgbClr val="67768D"/>
                </a:solidFill>
              </a:defRPr>
            </a:lvl6pPr>
            <a:lvl7pPr algn="ctr">
              <a:defRPr sz="1200" b="0">
                <a:solidFill>
                  <a:srgbClr val="67768D"/>
                </a:solidFill>
              </a:defRPr>
            </a:lvl7pPr>
            <a:lvl8pPr algn="ctr">
              <a:defRPr sz="1200" b="0">
                <a:solidFill>
                  <a:srgbClr val="67768D"/>
                </a:solidFill>
              </a:defRPr>
            </a:lvl8pPr>
            <a:lvl9pPr algn="ctr">
              <a:defRPr sz="1200" b="0">
                <a:solidFill>
                  <a:srgbClr val="67768D"/>
                </a:solidFill>
              </a:defRPr>
            </a:lvl9pPr>
          </a:lstStyle>
          <a:p>
            <a:pPr algn="ctr">
              <a:defRPr sz="1200" b="0">
                <a:solidFill>
                  <a:srgbClr val="67768D"/>
                </a:solidFill>
              </a:defRPr>
            </a:pPr>
            <a:r>
              <a:rPr sz="1200" b="0">
                <a:solidFill>
                  <a:srgbClr val="67768D"/>
                </a:solidFill>
              </a:rPr>
              <a:t>纵轴：苏格拉底组</a:t>
            </a:r>
            <a:r>
              <a:rPr lang="zh-CN" sz="1200" b="0">
                <a:solidFill>
                  <a:srgbClr val="67768D"/>
                </a:solidFill>
              </a:rPr>
              <a:t>和</a:t>
            </a:r>
            <a:r>
              <a:rPr sz="1200" b="0">
                <a:solidFill>
                  <a:srgbClr val="67768D"/>
                </a:solidFill>
              </a:rPr>
              <a:t>通用组</a:t>
            </a:r>
            <a:r>
              <a:rPr lang="zh-CN" sz="1200" b="0">
                <a:solidFill>
                  <a:srgbClr val="67768D"/>
                </a:solidFill>
              </a:rPr>
              <a:t>的</a:t>
            </a:r>
            <a:r>
              <a:rPr lang="zh-CN" sz="1200" b="0">
                <a:solidFill>
                  <a:srgbClr val="67768D"/>
                </a:solidFill>
              </a:rPr>
              <a:t>表现差值</a:t>
            </a:r>
            <a:endParaRPr lang="zh-CN" sz="1200" b="0">
              <a:solidFill>
                <a:srgbClr val="67768D"/>
              </a:solidFill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>
            <a:off x="6572250" y="3009900"/>
            <a:ext cx="0" cy="1190625"/>
          </a:xfrm>
          <a:prstGeom prst="straightConnector1">
            <a:avLst/>
          </a:prstGeom>
          <a:ln w="13335">
            <a:solidFill>
              <a:srgbClr val="67768D"/>
            </a:solidFill>
            <a:prstDash val="solid"/>
          </a:ln>
        </p:spPr>
      </p:cxnSp>
      <p:cxnSp>
        <p:nvCxnSpPr>
          <p:cNvPr id="67" name="直接箭头连接符 66"/>
          <p:cNvCxnSpPr/>
          <p:nvPr/>
        </p:nvCxnSpPr>
        <p:spPr>
          <a:xfrm>
            <a:off x="6572250" y="4200525"/>
            <a:ext cx="1857375" cy="0"/>
          </a:xfrm>
          <a:prstGeom prst="straightConnector1">
            <a:avLst/>
          </a:prstGeom>
          <a:ln w="13335">
            <a:solidFill>
              <a:srgbClr val="67768D"/>
            </a:solidFill>
            <a:prstDash val="solid"/>
          </a:ln>
        </p:spPr>
      </p:cxnSp>
      <p:sp>
        <p:nvSpPr>
          <p:cNvPr id="68" name="矩形 67"/>
          <p:cNvSpPr>
            <a:spLocks noGrp="1"/>
          </p:cNvSpPr>
          <p:nvPr/>
        </p:nvSpPr>
        <p:spPr>
          <a:xfrm>
            <a:off x="6286500" y="2943225"/>
            <a:ext cx="2667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7768D"/>
                </a:solidFill>
              </a:defRPr>
            </a:defPPr>
            <a:lvl1pPr algn="l">
              <a:defRPr sz="1200" b="0">
                <a:solidFill>
                  <a:srgbClr val="67768D"/>
                </a:solidFill>
              </a:defRPr>
            </a:lvl1pPr>
            <a:lvl2pPr algn="l">
              <a:defRPr sz="1200" b="0">
                <a:solidFill>
                  <a:srgbClr val="67768D"/>
                </a:solidFill>
              </a:defRPr>
            </a:lvl2pPr>
            <a:lvl3pPr algn="l">
              <a:defRPr sz="1200" b="0">
                <a:solidFill>
                  <a:srgbClr val="67768D"/>
                </a:solidFill>
              </a:defRPr>
            </a:lvl3pPr>
            <a:lvl4pPr algn="l">
              <a:defRPr sz="1200" b="0">
                <a:solidFill>
                  <a:srgbClr val="67768D"/>
                </a:solidFill>
              </a:defRPr>
            </a:lvl4pPr>
            <a:lvl5pPr algn="l">
              <a:defRPr sz="1200" b="0">
                <a:solidFill>
                  <a:srgbClr val="67768D"/>
                </a:solidFill>
              </a:defRPr>
            </a:lvl5pPr>
            <a:lvl6pPr algn="l">
              <a:defRPr sz="1200" b="0">
                <a:solidFill>
                  <a:srgbClr val="67768D"/>
                </a:solidFill>
              </a:defRPr>
            </a:lvl6pPr>
            <a:lvl7pPr algn="l">
              <a:defRPr sz="1200" b="0">
                <a:solidFill>
                  <a:srgbClr val="67768D"/>
                </a:solidFill>
              </a:defRPr>
            </a:lvl7pPr>
            <a:lvl8pPr algn="l">
              <a:defRPr sz="1200" b="0">
                <a:solidFill>
                  <a:srgbClr val="67768D"/>
                </a:solidFill>
              </a:defRPr>
            </a:lvl8pPr>
            <a:lvl9pPr algn="l">
              <a:defRPr sz="1200" b="0">
                <a:solidFill>
                  <a:srgbClr val="67768D"/>
                </a:solidFill>
              </a:defRPr>
            </a:lvl9pPr>
          </a:lstStyle>
          <a:p>
            <a:pPr algn="l">
              <a:defRPr sz="1200" b="0">
                <a:solidFill>
                  <a:srgbClr val="67768D"/>
                </a:solidFill>
              </a:defRPr>
            </a:pPr>
            <a:r>
              <a:rPr sz="1200" b="0">
                <a:solidFill>
                  <a:srgbClr val="67768D"/>
                </a:solidFill>
              </a:rPr>
              <a:t>大</a:t>
            </a:r>
            <a:endParaRPr sz="1200" b="0">
              <a:solidFill>
                <a:srgbClr val="67768D"/>
              </a:solidFill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6286500" y="3971925"/>
            <a:ext cx="2667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7768D"/>
                </a:solidFill>
              </a:defRPr>
            </a:defPPr>
            <a:lvl1pPr algn="l">
              <a:defRPr sz="1200" b="0">
                <a:solidFill>
                  <a:srgbClr val="67768D"/>
                </a:solidFill>
              </a:defRPr>
            </a:lvl1pPr>
            <a:lvl2pPr algn="l">
              <a:defRPr sz="1200" b="0">
                <a:solidFill>
                  <a:srgbClr val="67768D"/>
                </a:solidFill>
              </a:defRPr>
            </a:lvl2pPr>
            <a:lvl3pPr algn="l">
              <a:defRPr sz="1200" b="0">
                <a:solidFill>
                  <a:srgbClr val="67768D"/>
                </a:solidFill>
              </a:defRPr>
            </a:lvl3pPr>
            <a:lvl4pPr algn="l">
              <a:defRPr sz="1200" b="0">
                <a:solidFill>
                  <a:srgbClr val="67768D"/>
                </a:solidFill>
              </a:defRPr>
            </a:lvl4pPr>
            <a:lvl5pPr algn="l">
              <a:defRPr sz="1200" b="0">
                <a:solidFill>
                  <a:srgbClr val="67768D"/>
                </a:solidFill>
              </a:defRPr>
            </a:lvl5pPr>
            <a:lvl6pPr algn="l">
              <a:defRPr sz="1200" b="0">
                <a:solidFill>
                  <a:srgbClr val="67768D"/>
                </a:solidFill>
              </a:defRPr>
            </a:lvl6pPr>
            <a:lvl7pPr algn="l">
              <a:defRPr sz="1200" b="0">
                <a:solidFill>
                  <a:srgbClr val="67768D"/>
                </a:solidFill>
              </a:defRPr>
            </a:lvl7pPr>
            <a:lvl8pPr algn="l">
              <a:defRPr sz="1200" b="0">
                <a:solidFill>
                  <a:srgbClr val="67768D"/>
                </a:solidFill>
              </a:defRPr>
            </a:lvl8pPr>
            <a:lvl9pPr algn="l">
              <a:defRPr sz="1200" b="0">
                <a:solidFill>
                  <a:srgbClr val="67768D"/>
                </a:solidFill>
              </a:defRPr>
            </a:lvl9pPr>
          </a:lstStyle>
          <a:p>
            <a:pPr algn="l">
              <a:defRPr sz="1200" b="0">
                <a:solidFill>
                  <a:srgbClr val="67768D"/>
                </a:solidFill>
              </a:defRPr>
            </a:pPr>
            <a:r>
              <a:rPr sz="1200" b="0">
                <a:solidFill>
                  <a:srgbClr val="67768D"/>
                </a:solidFill>
              </a:rPr>
              <a:t>小</a:t>
            </a:r>
            <a:endParaRPr sz="1200" b="0">
              <a:solidFill>
                <a:srgbClr val="67768D"/>
              </a:solidFill>
            </a:endParaRPr>
          </a:p>
        </p:txBody>
      </p:sp>
      <p:cxnSp>
        <p:nvCxnSpPr>
          <p:cNvPr id="70" name="FALL"/>
          <p:cNvCxnSpPr/>
          <p:nvPr/>
        </p:nvCxnSpPr>
        <p:spPr>
          <a:xfrm>
            <a:off x="6810375" y="3114675"/>
            <a:ext cx="1400175" cy="809625"/>
          </a:xfrm>
          <a:prstGeom prst="straightConnector1">
            <a:avLst/>
          </a:prstGeom>
          <a:ln w="28575">
            <a:solidFill>
              <a:srgbClr val="397BC4"/>
            </a:solidFill>
            <a:prstDash val="solid"/>
          </a:ln>
        </p:spPr>
      </p:cxnSp>
      <p:sp>
        <p:nvSpPr>
          <p:cNvPr id="71" name="椭圆 70"/>
          <p:cNvSpPr>
            <a:spLocks noGrp="1"/>
          </p:cNvSpPr>
          <p:nvPr/>
        </p:nvSpPr>
        <p:spPr>
          <a:xfrm>
            <a:off x="6772275" y="3076575"/>
            <a:ext cx="76200" cy="76200"/>
          </a:xfrm>
          <a:prstGeom prst="ellipse">
            <a:avLst/>
          </a:prstGeom>
          <a:solidFill>
            <a:srgbClr val="397BC4"/>
          </a:solidFill>
          <a:ln w="0">
            <a:solidFill>
              <a:srgbClr val="397BC4"/>
            </a:solidFill>
          </a:ln>
        </p:spPr>
      </p:sp>
      <p:sp>
        <p:nvSpPr>
          <p:cNvPr id="72" name="椭圆 71"/>
          <p:cNvSpPr>
            <a:spLocks noGrp="1"/>
          </p:cNvSpPr>
          <p:nvPr/>
        </p:nvSpPr>
        <p:spPr>
          <a:xfrm>
            <a:off x="8172450" y="3886200"/>
            <a:ext cx="76200" cy="76200"/>
          </a:xfrm>
          <a:prstGeom prst="ellipse">
            <a:avLst/>
          </a:prstGeom>
          <a:solidFill>
            <a:srgbClr val="397BC4"/>
          </a:solidFill>
          <a:ln w="0">
            <a:solidFill>
              <a:srgbClr val="397BC4"/>
            </a:solidFill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6524625" y="4238625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0">
                <a:solidFill>
                  <a:srgbClr val="67768D"/>
                </a:solidFill>
              </a:defRPr>
            </a:defPPr>
            <a:lvl1pPr algn="ctr">
              <a:defRPr sz="1275" b="0">
                <a:solidFill>
                  <a:srgbClr val="67768D"/>
                </a:solidFill>
              </a:defRPr>
            </a:lvl1pPr>
            <a:lvl2pPr algn="ctr">
              <a:defRPr sz="1275" b="0">
                <a:solidFill>
                  <a:srgbClr val="67768D"/>
                </a:solidFill>
              </a:defRPr>
            </a:lvl2pPr>
            <a:lvl3pPr algn="ctr">
              <a:defRPr sz="1275" b="0">
                <a:solidFill>
                  <a:srgbClr val="67768D"/>
                </a:solidFill>
              </a:defRPr>
            </a:lvl3pPr>
            <a:lvl4pPr algn="ctr">
              <a:defRPr sz="1275" b="0">
                <a:solidFill>
                  <a:srgbClr val="67768D"/>
                </a:solidFill>
              </a:defRPr>
            </a:lvl4pPr>
            <a:lvl5pPr algn="ctr">
              <a:defRPr sz="1275" b="0">
                <a:solidFill>
                  <a:srgbClr val="67768D"/>
                </a:solidFill>
              </a:defRPr>
            </a:lvl5pPr>
            <a:lvl6pPr algn="ctr">
              <a:defRPr sz="1275" b="0">
                <a:solidFill>
                  <a:srgbClr val="67768D"/>
                </a:solidFill>
              </a:defRPr>
            </a:lvl6pPr>
            <a:lvl7pPr algn="ctr">
              <a:defRPr sz="1275" b="0">
                <a:solidFill>
                  <a:srgbClr val="67768D"/>
                </a:solidFill>
              </a:defRPr>
            </a:lvl7pPr>
            <a:lvl8pPr algn="ctr">
              <a:defRPr sz="1275" b="0">
                <a:solidFill>
                  <a:srgbClr val="67768D"/>
                </a:solidFill>
              </a:defRPr>
            </a:lvl8pPr>
            <a:lvl9pPr algn="ctr">
              <a:defRPr sz="1275" b="0">
                <a:solidFill>
                  <a:srgbClr val="67768D"/>
                </a:solidFill>
              </a:defRPr>
            </a:lvl9pPr>
          </a:lstStyle>
          <a:p>
            <a:pPr algn="ctr">
              <a:defRPr sz="1275" b="0">
                <a:solidFill>
                  <a:srgbClr val="67768D"/>
                </a:solidFill>
              </a:defRPr>
            </a:pPr>
            <a:r>
              <a:rPr sz="1275" b="0">
                <a:solidFill>
                  <a:srgbClr val="67768D"/>
                </a:solidFill>
              </a:rPr>
              <a:t>低</a:t>
            </a:r>
            <a:endParaRPr sz="1275" b="0">
              <a:solidFill>
                <a:srgbClr val="67768D"/>
              </a:solidFill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7905750" y="4238625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0">
                <a:solidFill>
                  <a:srgbClr val="67768D"/>
                </a:solidFill>
              </a:defRPr>
            </a:defPPr>
            <a:lvl1pPr algn="ctr">
              <a:defRPr sz="1275" b="0">
                <a:solidFill>
                  <a:srgbClr val="67768D"/>
                </a:solidFill>
              </a:defRPr>
            </a:lvl1pPr>
            <a:lvl2pPr algn="ctr">
              <a:defRPr sz="1275" b="0">
                <a:solidFill>
                  <a:srgbClr val="67768D"/>
                </a:solidFill>
              </a:defRPr>
            </a:lvl2pPr>
            <a:lvl3pPr algn="ctr">
              <a:defRPr sz="1275" b="0">
                <a:solidFill>
                  <a:srgbClr val="67768D"/>
                </a:solidFill>
              </a:defRPr>
            </a:lvl3pPr>
            <a:lvl4pPr algn="ctr">
              <a:defRPr sz="1275" b="0">
                <a:solidFill>
                  <a:srgbClr val="67768D"/>
                </a:solidFill>
              </a:defRPr>
            </a:lvl4pPr>
            <a:lvl5pPr algn="ctr">
              <a:defRPr sz="1275" b="0">
                <a:solidFill>
                  <a:srgbClr val="67768D"/>
                </a:solidFill>
              </a:defRPr>
            </a:lvl5pPr>
            <a:lvl6pPr algn="ctr">
              <a:defRPr sz="1275" b="0">
                <a:solidFill>
                  <a:srgbClr val="67768D"/>
                </a:solidFill>
              </a:defRPr>
            </a:lvl6pPr>
            <a:lvl7pPr algn="ctr">
              <a:defRPr sz="1275" b="0">
                <a:solidFill>
                  <a:srgbClr val="67768D"/>
                </a:solidFill>
              </a:defRPr>
            </a:lvl7pPr>
            <a:lvl8pPr algn="ctr">
              <a:defRPr sz="1275" b="0">
                <a:solidFill>
                  <a:srgbClr val="67768D"/>
                </a:solidFill>
              </a:defRPr>
            </a:lvl8pPr>
            <a:lvl9pPr algn="ctr">
              <a:defRPr sz="1275" b="0">
                <a:solidFill>
                  <a:srgbClr val="67768D"/>
                </a:solidFill>
              </a:defRPr>
            </a:lvl9pPr>
          </a:lstStyle>
          <a:p>
            <a:pPr algn="ctr">
              <a:defRPr sz="1275" b="0">
                <a:solidFill>
                  <a:srgbClr val="67768D"/>
                </a:solidFill>
              </a:defRPr>
            </a:pPr>
            <a:r>
              <a:rPr sz="1275" b="0">
                <a:solidFill>
                  <a:srgbClr val="67768D"/>
                </a:solidFill>
              </a:rPr>
              <a:t>高</a:t>
            </a:r>
            <a:endParaRPr sz="1275" b="0">
              <a:solidFill>
                <a:srgbClr val="67768D"/>
              </a:solidFill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6311900" y="44767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00" b="0">
                <a:solidFill>
                  <a:srgbClr val="67768D"/>
                </a:solidFill>
              </a:defRPr>
            </a:defPPr>
            <a:lvl1pPr algn="ctr">
              <a:defRPr sz="1200" b="0">
                <a:solidFill>
                  <a:srgbClr val="67768D"/>
                </a:solidFill>
              </a:defRPr>
            </a:lvl1pPr>
            <a:lvl2pPr algn="ctr">
              <a:defRPr sz="1200" b="0">
                <a:solidFill>
                  <a:srgbClr val="67768D"/>
                </a:solidFill>
              </a:defRPr>
            </a:lvl2pPr>
            <a:lvl3pPr algn="ctr">
              <a:defRPr sz="1200" b="0">
                <a:solidFill>
                  <a:srgbClr val="67768D"/>
                </a:solidFill>
              </a:defRPr>
            </a:lvl3pPr>
            <a:lvl4pPr algn="ctr">
              <a:defRPr sz="1200" b="0">
                <a:solidFill>
                  <a:srgbClr val="67768D"/>
                </a:solidFill>
              </a:defRPr>
            </a:lvl4pPr>
            <a:lvl5pPr algn="ctr">
              <a:defRPr sz="1200" b="0">
                <a:solidFill>
                  <a:srgbClr val="67768D"/>
                </a:solidFill>
              </a:defRPr>
            </a:lvl5pPr>
            <a:lvl6pPr algn="ctr">
              <a:defRPr sz="1200" b="0">
                <a:solidFill>
                  <a:srgbClr val="67768D"/>
                </a:solidFill>
              </a:defRPr>
            </a:lvl6pPr>
            <a:lvl7pPr algn="ctr">
              <a:defRPr sz="1200" b="0">
                <a:solidFill>
                  <a:srgbClr val="67768D"/>
                </a:solidFill>
              </a:defRPr>
            </a:lvl7pPr>
            <a:lvl8pPr algn="ctr">
              <a:defRPr sz="1200" b="0">
                <a:solidFill>
                  <a:srgbClr val="67768D"/>
                </a:solidFill>
              </a:defRPr>
            </a:lvl8pPr>
            <a:lvl9pPr algn="ctr">
              <a:defRPr sz="1200" b="0">
                <a:solidFill>
                  <a:srgbClr val="67768D"/>
                </a:solidFill>
              </a:defRPr>
            </a:lvl9pPr>
          </a:lstStyle>
          <a:p>
            <a:pPr algn="ctr">
              <a:defRPr sz="1200" b="0">
                <a:solidFill>
                  <a:srgbClr val="67768D"/>
                </a:solidFill>
              </a:defRPr>
            </a:pPr>
            <a:r>
              <a:rPr sz="1200" b="0">
                <a:solidFill>
                  <a:srgbClr val="67768D"/>
                </a:solidFill>
              </a:rPr>
              <a:t>初始CT倾向（连续得分）</a:t>
            </a:r>
            <a:endParaRPr sz="1200" b="0">
              <a:solidFill>
                <a:srgbClr val="67768D"/>
              </a:solidFill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9001125" y="23717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1">
                <a:solidFill>
                  <a:srgbClr val="8970B4"/>
                </a:solidFill>
              </a:defRPr>
            </a:defPPr>
            <a:lvl1pPr algn="ctr">
              <a:defRPr sz="1650" b="1">
                <a:solidFill>
                  <a:srgbClr val="8970B4"/>
                </a:solidFill>
              </a:defRPr>
            </a:lvl1pPr>
            <a:lvl2pPr algn="ctr">
              <a:defRPr sz="1650" b="1">
                <a:solidFill>
                  <a:srgbClr val="8970B4"/>
                </a:solidFill>
              </a:defRPr>
            </a:lvl2pPr>
            <a:lvl3pPr algn="ctr">
              <a:defRPr sz="1650" b="1">
                <a:solidFill>
                  <a:srgbClr val="8970B4"/>
                </a:solidFill>
              </a:defRPr>
            </a:lvl3pPr>
            <a:lvl4pPr algn="ctr">
              <a:defRPr sz="1650" b="1">
                <a:solidFill>
                  <a:srgbClr val="8970B4"/>
                </a:solidFill>
              </a:defRPr>
            </a:lvl4pPr>
            <a:lvl5pPr algn="ctr">
              <a:defRPr sz="1650" b="1">
                <a:solidFill>
                  <a:srgbClr val="8970B4"/>
                </a:solidFill>
              </a:defRPr>
            </a:lvl5pPr>
            <a:lvl6pPr algn="ctr">
              <a:defRPr sz="1650" b="1">
                <a:solidFill>
                  <a:srgbClr val="8970B4"/>
                </a:solidFill>
              </a:defRPr>
            </a:lvl6pPr>
            <a:lvl7pPr algn="ctr">
              <a:defRPr sz="1650" b="1">
                <a:solidFill>
                  <a:srgbClr val="8970B4"/>
                </a:solidFill>
              </a:defRPr>
            </a:lvl7pPr>
            <a:lvl8pPr algn="ctr">
              <a:defRPr sz="1650" b="1">
                <a:solidFill>
                  <a:srgbClr val="8970B4"/>
                </a:solidFill>
              </a:defRPr>
            </a:lvl8pPr>
            <a:lvl9pPr algn="ctr">
              <a:defRPr sz="1650" b="1">
                <a:solidFill>
                  <a:srgbClr val="8970B4"/>
                </a:solidFill>
              </a:defRPr>
            </a:lvl9pPr>
          </a:lstStyle>
          <a:p>
            <a:pPr algn="ctr">
              <a:defRPr sz="1650" b="1">
                <a:solidFill>
                  <a:srgbClr val="8970B4"/>
                </a:solidFill>
              </a:defRPr>
            </a:pPr>
            <a:r>
              <a:rPr sz="1650" b="1">
                <a:solidFill>
                  <a:srgbClr val="8970B4"/>
                </a:solidFill>
              </a:rPr>
              <a:t>H3b · 解释质量</a:t>
            </a:r>
            <a:endParaRPr sz="1650" b="1">
              <a:solidFill>
                <a:srgbClr val="8970B4"/>
              </a:solidFill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9381490" y="2674620"/>
            <a:ext cx="185801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00" b="0">
                <a:solidFill>
                  <a:srgbClr val="67768D"/>
                </a:solidFill>
              </a:defRPr>
            </a:defPPr>
            <a:lvl1pPr algn="ctr">
              <a:defRPr sz="1200" b="0">
                <a:solidFill>
                  <a:srgbClr val="67768D"/>
                </a:solidFill>
              </a:defRPr>
            </a:lvl1pPr>
            <a:lvl2pPr algn="ctr">
              <a:defRPr sz="1200" b="0">
                <a:solidFill>
                  <a:srgbClr val="67768D"/>
                </a:solidFill>
              </a:defRPr>
            </a:lvl2pPr>
            <a:lvl3pPr algn="ctr">
              <a:defRPr sz="1200" b="0">
                <a:solidFill>
                  <a:srgbClr val="67768D"/>
                </a:solidFill>
              </a:defRPr>
            </a:lvl3pPr>
            <a:lvl4pPr algn="ctr">
              <a:defRPr sz="1200" b="0">
                <a:solidFill>
                  <a:srgbClr val="67768D"/>
                </a:solidFill>
              </a:defRPr>
            </a:lvl4pPr>
            <a:lvl5pPr algn="ctr">
              <a:defRPr sz="1200" b="0">
                <a:solidFill>
                  <a:srgbClr val="67768D"/>
                </a:solidFill>
              </a:defRPr>
            </a:lvl5pPr>
            <a:lvl6pPr algn="ctr">
              <a:defRPr sz="1200" b="0">
                <a:solidFill>
                  <a:srgbClr val="67768D"/>
                </a:solidFill>
              </a:defRPr>
            </a:lvl6pPr>
            <a:lvl7pPr algn="ctr">
              <a:defRPr sz="1200" b="0">
                <a:solidFill>
                  <a:srgbClr val="67768D"/>
                </a:solidFill>
              </a:defRPr>
            </a:lvl7pPr>
            <a:lvl8pPr algn="ctr">
              <a:defRPr sz="1200" b="0">
                <a:solidFill>
                  <a:srgbClr val="67768D"/>
                </a:solidFill>
              </a:defRPr>
            </a:lvl8pPr>
            <a:lvl9pPr algn="ctr">
              <a:defRPr sz="1200" b="0">
                <a:solidFill>
                  <a:srgbClr val="67768D"/>
                </a:solidFill>
              </a:defRPr>
            </a:lvl9pPr>
          </a:lstStyle>
          <a:p>
            <a:pPr algn="ctr">
              <a:defRPr sz="1200" b="0">
                <a:solidFill>
                  <a:srgbClr val="67768D"/>
                </a:solidFill>
              </a:defRPr>
            </a:pPr>
            <a:r>
              <a:rPr sz="1200" b="0">
                <a:solidFill>
                  <a:srgbClr val="67768D"/>
                </a:solidFill>
              </a:rPr>
              <a:t>纵轴：苏格拉底组</a:t>
            </a:r>
            <a:r>
              <a:rPr lang="zh-CN" sz="1200" b="0">
                <a:solidFill>
                  <a:srgbClr val="67768D"/>
                </a:solidFill>
              </a:rPr>
              <a:t>和</a:t>
            </a:r>
            <a:r>
              <a:rPr sz="1200" b="0">
                <a:solidFill>
                  <a:srgbClr val="67768D"/>
                </a:solidFill>
              </a:rPr>
              <a:t>通用组</a:t>
            </a:r>
            <a:r>
              <a:rPr lang="zh-CN" sz="1200" b="0">
                <a:solidFill>
                  <a:srgbClr val="67768D"/>
                </a:solidFill>
              </a:rPr>
              <a:t>的</a:t>
            </a:r>
            <a:r>
              <a:rPr lang="zh-CN" sz="1200" b="0">
                <a:solidFill>
                  <a:srgbClr val="67768D"/>
                </a:solidFill>
              </a:rPr>
              <a:t>表现差值</a:t>
            </a:r>
            <a:endParaRPr lang="zh-CN" sz="1200" b="0">
              <a:solidFill>
                <a:srgbClr val="67768D"/>
              </a:solidFill>
            </a:endParaRPr>
          </a:p>
        </p:txBody>
      </p:sp>
      <p:cxnSp>
        <p:nvCxnSpPr>
          <p:cNvPr id="78" name="直接箭头连接符 77"/>
          <p:cNvCxnSpPr/>
          <p:nvPr/>
        </p:nvCxnSpPr>
        <p:spPr>
          <a:xfrm>
            <a:off x="9334500" y="3009900"/>
            <a:ext cx="0" cy="1190625"/>
          </a:xfrm>
          <a:prstGeom prst="straightConnector1">
            <a:avLst/>
          </a:prstGeom>
          <a:ln w="13335">
            <a:solidFill>
              <a:srgbClr val="67768D"/>
            </a:solidFill>
            <a:prstDash val="solid"/>
          </a:ln>
        </p:spPr>
      </p:cxnSp>
      <p:cxnSp>
        <p:nvCxnSpPr>
          <p:cNvPr id="79" name="直接箭头连接符 78"/>
          <p:cNvCxnSpPr/>
          <p:nvPr/>
        </p:nvCxnSpPr>
        <p:spPr>
          <a:xfrm>
            <a:off x="9334500" y="4200525"/>
            <a:ext cx="1857375" cy="0"/>
          </a:xfrm>
          <a:prstGeom prst="straightConnector1">
            <a:avLst/>
          </a:prstGeom>
          <a:ln w="13335">
            <a:solidFill>
              <a:srgbClr val="67768D"/>
            </a:solidFill>
            <a:prstDash val="solid"/>
          </a:ln>
        </p:spPr>
      </p:cxnSp>
      <p:sp>
        <p:nvSpPr>
          <p:cNvPr id="80" name="矩形 79"/>
          <p:cNvSpPr>
            <a:spLocks noGrp="1"/>
          </p:cNvSpPr>
          <p:nvPr/>
        </p:nvSpPr>
        <p:spPr>
          <a:xfrm>
            <a:off x="9048750" y="2943225"/>
            <a:ext cx="2667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7768D"/>
                </a:solidFill>
              </a:defRPr>
            </a:defPPr>
            <a:lvl1pPr algn="l">
              <a:defRPr sz="1200" b="0">
                <a:solidFill>
                  <a:srgbClr val="67768D"/>
                </a:solidFill>
              </a:defRPr>
            </a:lvl1pPr>
            <a:lvl2pPr algn="l">
              <a:defRPr sz="1200" b="0">
                <a:solidFill>
                  <a:srgbClr val="67768D"/>
                </a:solidFill>
              </a:defRPr>
            </a:lvl2pPr>
            <a:lvl3pPr algn="l">
              <a:defRPr sz="1200" b="0">
                <a:solidFill>
                  <a:srgbClr val="67768D"/>
                </a:solidFill>
              </a:defRPr>
            </a:lvl3pPr>
            <a:lvl4pPr algn="l">
              <a:defRPr sz="1200" b="0">
                <a:solidFill>
                  <a:srgbClr val="67768D"/>
                </a:solidFill>
              </a:defRPr>
            </a:lvl4pPr>
            <a:lvl5pPr algn="l">
              <a:defRPr sz="1200" b="0">
                <a:solidFill>
                  <a:srgbClr val="67768D"/>
                </a:solidFill>
              </a:defRPr>
            </a:lvl5pPr>
            <a:lvl6pPr algn="l">
              <a:defRPr sz="1200" b="0">
                <a:solidFill>
                  <a:srgbClr val="67768D"/>
                </a:solidFill>
              </a:defRPr>
            </a:lvl6pPr>
            <a:lvl7pPr algn="l">
              <a:defRPr sz="1200" b="0">
                <a:solidFill>
                  <a:srgbClr val="67768D"/>
                </a:solidFill>
              </a:defRPr>
            </a:lvl7pPr>
            <a:lvl8pPr algn="l">
              <a:defRPr sz="1200" b="0">
                <a:solidFill>
                  <a:srgbClr val="67768D"/>
                </a:solidFill>
              </a:defRPr>
            </a:lvl8pPr>
            <a:lvl9pPr algn="l">
              <a:defRPr sz="1200" b="0">
                <a:solidFill>
                  <a:srgbClr val="67768D"/>
                </a:solidFill>
              </a:defRPr>
            </a:lvl9pPr>
          </a:lstStyle>
          <a:p>
            <a:pPr algn="l">
              <a:defRPr sz="1200" b="0">
                <a:solidFill>
                  <a:srgbClr val="67768D"/>
                </a:solidFill>
              </a:defRPr>
            </a:pPr>
            <a:r>
              <a:rPr sz="1200" b="0">
                <a:solidFill>
                  <a:srgbClr val="67768D"/>
                </a:solidFill>
              </a:rPr>
              <a:t>大</a:t>
            </a:r>
            <a:endParaRPr sz="1200" b="0">
              <a:solidFill>
                <a:srgbClr val="67768D"/>
              </a:solidFill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9048750" y="3971925"/>
            <a:ext cx="2667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7768D"/>
                </a:solidFill>
              </a:defRPr>
            </a:defPPr>
            <a:lvl1pPr algn="l">
              <a:defRPr sz="1200" b="0">
                <a:solidFill>
                  <a:srgbClr val="67768D"/>
                </a:solidFill>
              </a:defRPr>
            </a:lvl1pPr>
            <a:lvl2pPr algn="l">
              <a:defRPr sz="1200" b="0">
                <a:solidFill>
                  <a:srgbClr val="67768D"/>
                </a:solidFill>
              </a:defRPr>
            </a:lvl2pPr>
            <a:lvl3pPr algn="l">
              <a:defRPr sz="1200" b="0">
                <a:solidFill>
                  <a:srgbClr val="67768D"/>
                </a:solidFill>
              </a:defRPr>
            </a:lvl3pPr>
            <a:lvl4pPr algn="l">
              <a:defRPr sz="1200" b="0">
                <a:solidFill>
                  <a:srgbClr val="67768D"/>
                </a:solidFill>
              </a:defRPr>
            </a:lvl4pPr>
            <a:lvl5pPr algn="l">
              <a:defRPr sz="1200" b="0">
                <a:solidFill>
                  <a:srgbClr val="67768D"/>
                </a:solidFill>
              </a:defRPr>
            </a:lvl5pPr>
            <a:lvl6pPr algn="l">
              <a:defRPr sz="1200" b="0">
                <a:solidFill>
                  <a:srgbClr val="67768D"/>
                </a:solidFill>
              </a:defRPr>
            </a:lvl6pPr>
            <a:lvl7pPr algn="l">
              <a:defRPr sz="1200" b="0">
                <a:solidFill>
                  <a:srgbClr val="67768D"/>
                </a:solidFill>
              </a:defRPr>
            </a:lvl7pPr>
            <a:lvl8pPr algn="l">
              <a:defRPr sz="1200" b="0">
                <a:solidFill>
                  <a:srgbClr val="67768D"/>
                </a:solidFill>
              </a:defRPr>
            </a:lvl8pPr>
            <a:lvl9pPr algn="l">
              <a:defRPr sz="1200" b="0">
                <a:solidFill>
                  <a:srgbClr val="67768D"/>
                </a:solidFill>
              </a:defRPr>
            </a:lvl9pPr>
          </a:lstStyle>
          <a:p>
            <a:pPr algn="l">
              <a:defRPr sz="1200" b="0">
                <a:solidFill>
                  <a:srgbClr val="67768D"/>
                </a:solidFill>
              </a:defRPr>
            </a:pPr>
            <a:r>
              <a:rPr sz="1200" b="0">
                <a:solidFill>
                  <a:srgbClr val="67768D"/>
                </a:solidFill>
              </a:rPr>
              <a:t>小</a:t>
            </a:r>
            <a:endParaRPr sz="1200" b="0">
              <a:solidFill>
                <a:srgbClr val="67768D"/>
              </a:solidFill>
            </a:endParaRPr>
          </a:p>
        </p:txBody>
      </p:sp>
      <p:cxnSp>
        <p:nvCxnSpPr>
          <p:cNvPr id="82" name="FALL"/>
          <p:cNvCxnSpPr/>
          <p:nvPr/>
        </p:nvCxnSpPr>
        <p:spPr>
          <a:xfrm>
            <a:off x="9572625" y="3114675"/>
            <a:ext cx="1400175" cy="809625"/>
          </a:xfrm>
          <a:prstGeom prst="straightConnector1">
            <a:avLst/>
          </a:prstGeom>
          <a:ln w="28575">
            <a:solidFill>
              <a:srgbClr val="8970B4"/>
            </a:solidFill>
            <a:prstDash val="solid"/>
          </a:ln>
        </p:spPr>
      </p:cxnSp>
      <p:sp>
        <p:nvSpPr>
          <p:cNvPr id="83" name="椭圆 82"/>
          <p:cNvSpPr>
            <a:spLocks noGrp="1"/>
          </p:cNvSpPr>
          <p:nvPr/>
        </p:nvSpPr>
        <p:spPr>
          <a:xfrm>
            <a:off x="9534525" y="3076575"/>
            <a:ext cx="76200" cy="76200"/>
          </a:xfrm>
          <a:prstGeom prst="ellipse">
            <a:avLst/>
          </a:prstGeom>
          <a:solidFill>
            <a:srgbClr val="8970B4"/>
          </a:solidFill>
          <a:ln w="0">
            <a:solidFill>
              <a:srgbClr val="8970B4"/>
            </a:solidFill>
          </a:ln>
        </p:spPr>
      </p:sp>
      <p:sp>
        <p:nvSpPr>
          <p:cNvPr id="84" name="椭圆 83"/>
          <p:cNvSpPr>
            <a:spLocks noGrp="1"/>
          </p:cNvSpPr>
          <p:nvPr/>
        </p:nvSpPr>
        <p:spPr>
          <a:xfrm>
            <a:off x="10934700" y="3886200"/>
            <a:ext cx="76200" cy="76200"/>
          </a:xfrm>
          <a:prstGeom prst="ellipse">
            <a:avLst/>
          </a:prstGeom>
          <a:solidFill>
            <a:srgbClr val="8970B4"/>
          </a:solidFill>
          <a:ln w="0">
            <a:solidFill>
              <a:srgbClr val="8970B4"/>
            </a:solidFill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9286875" y="4238625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0">
                <a:solidFill>
                  <a:srgbClr val="67768D"/>
                </a:solidFill>
              </a:defRPr>
            </a:defPPr>
            <a:lvl1pPr algn="ctr">
              <a:defRPr sz="1275" b="0">
                <a:solidFill>
                  <a:srgbClr val="67768D"/>
                </a:solidFill>
              </a:defRPr>
            </a:lvl1pPr>
            <a:lvl2pPr algn="ctr">
              <a:defRPr sz="1275" b="0">
                <a:solidFill>
                  <a:srgbClr val="67768D"/>
                </a:solidFill>
              </a:defRPr>
            </a:lvl2pPr>
            <a:lvl3pPr algn="ctr">
              <a:defRPr sz="1275" b="0">
                <a:solidFill>
                  <a:srgbClr val="67768D"/>
                </a:solidFill>
              </a:defRPr>
            </a:lvl3pPr>
            <a:lvl4pPr algn="ctr">
              <a:defRPr sz="1275" b="0">
                <a:solidFill>
                  <a:srgbClr val="67768D"/>
                </a:solidFill>
              </a:defRPr>
            </a:lvl4pPr>
            <a:lvl5pPr algn="ctr">
              <a:defRPr sz="1275" b="0">
                <a:solidFill>
                  <a:srgbClr val="67768D"/>
                </a:solidFill>
              </a:defRPr>
            </a:lvl5pPr>
            <a:lvl6pPr algn="ctr">
              <a:defRPr sz="1275" b="0">
                <a:solidFill>
                  <a:srgbClr val="67768D"/>
                </a:solidFill>
              </a:defRPr>
            </a:lvl6pPr>
            <a:lvl7pPr algn="ctr">
              <a:defRPr sz="1275" b="0">
                <a:solidFill>
                  <a:srgbClr val="67768D"/>
                </a:solidFill>
              </a:defRPr>
            </a:lvl7pPr>
            <a:lvl8pPr algn="ctr">
              <a:defRPr sz="1275" b="0">
                <a:solidFill>
                  <a:srgbClr val="67768D"/>
                </a:solidFill>
              </a:defRPr>
            </a:lvl8pPr>
            <a:lvl9pPr algn="ctr">
              <a:defRPr sz="1275" b="0">
                <a:solidFill>
                  <a:srgbClr val="67768D"/>
                </a:solidFill>
              </a:defRPr>
            </a:lvl9pPr>
          </a:lstStyle>
          <a:p>
            <a:pPr algn="ctr">
              <a:defRPr sz="1275" b="0">
                <a:solidFill>
                  <a:srgbClr val="67768D"/>
                </a:solidFill>
              </a:defRPr>
            </a:pPr>
            <a:r>
              <a:rPr sz="1275" b="0">
                <a:solidFill>
                  <a:srgbClr val="67768D"/>
                </a:solidFill>
              </a:rPr>
              <a:t>低</a:t>
            </a:r>
            <a:endParaRPr sz="1275" b="0">
              <a:solidFill>
                <a:srgbClr val="67768D"/>
              </a:solidFill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10668000" y="4238625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0">
                <a:solidFill>
                  <a:srgbClr val="67768D"/>
                </a:solidFill>
              </a:defRPr>
            </a:defPPr>
            <a:lvl1pPr algn="ctr">
              <a:defRPr sz="1275" b="0">
                <a:solidFill>
                  <a:srgbClr val="67768D"/>
                </a:solidFill>
              </a:defRPr>
            </a:lvl1pPr>
            <a:lvl2pPr algn="ctr">
              <a:defRPr sz="1275" b="0">
                <a:solidFill>
                  <a:srgbClr val="67768D"/>
                </a:solidFill>
              </a:defRPr>
            </a:lvl2pPr>
            <a:lvl3pPr algn="ctr">
              <a:defRPr sz="1275" b="0">
                <a:solidFill>
                  <a:srgbClr val="67768D"/>
                </a:solidFill>
              </a:defRPr>
            </a:lvl3pPr>
            <a:lvl4pPr algn="ctr">
              <a:defRPr sz="1275" b="0">
                <a:solidFill>
                  <a:srgbClr val="67768D"/>
                </a:solidFill>
              </a:defRPr>
            </a:lvl4pPr>
            <a:lvl5pPr algn="ctr">
              <a:defRPr sz="1275" b="0">
                <a:solidFill>
                  <a:srgbClr val="67768D"/>
                </a:solidFill>
              </a:defRPr>
            </a:lvl5pPr>
            <a:lvl6pPr algn="ctr">
              <a:defRPr sz="1275" b="0">
                <a:solidFill>
                  <a:srgbClr val="67768D"/>
                </a:solidFill>
              </a:defRPr>
            </a:lvl6pPr>
            <a:lvl7pPr algn="ctr">
              <a:defRPr sz="1275" b="0">
                <a:solidFill>
                  <a:srgbClr val="67768D"/>
                </a:solidFill>
              </a:defRPr>
            </a:lvl7pPr>
            <a:lvl8pPr algn="ctr">
              <a:defRPr sz="1275" b="0">
                <a:solidFill>
                  <a:srgbClr val="67768D"/>
                </a:solidFill>
              </a:defRPr>
            </a:lvl8pPr>
            <a:lvl9pPr algn="ctr">
              <a:defRPr sz="1275" b="0">
                <a:solidFill>
                  <a:srgbClr val="67768D"/>
                </a:solidFill>
              </a:defRPr>
            </a:lvl9pPr>
          </a:lstStyle>
          <a:p>
            <a:pPr algn="ctr">
              <a:defRPr sz="1275" b="0">
                <a:solidFill>
                  <a:srgbClr val="67768D"/>
                </a:solidFill>
              </a:defRPr>
            </a:pPr>
            <a:r>
              <a:rPr sz="1275" b="0">
                <a:solidFill>
                  <a:srgbClr val="67768D"/>
                </a:solidFill>
              </a:rPr>
              <a:t>高</a:t>
            </a:r>
            <a:endParaRPr sz="1275" b="0">
              <a:solidFill>
                <a:srgbClr val="67768D"/>
              </a:solidFill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9077325" y="44767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00" b="0">
                <a:solidFill>
                  <a:srgbClr val="67768D"/>
                </a:solidFill>
              </a:defRPr>
            </a:defPPr>
            <a:lvl1pPr algn="ctr">
              <a:defRPr sz="1200" b="0">
                <a:solidFill>
                  <a:srgbClr val="67768D"/>
                </a:solidFill>
              </a:defRPr>
            </a:lvl1pPr>
            <a:lvl2pPr algn="ctr">
              <a:defRPr sz="1200" b="0">
                <a:solidFill>
                  <a:srgbClr val="67768D"/>
                </a:solidFill>
              </a:defRPr>
            </a:lvl2pPr>
            <a:lvl3pPr algn="ctr">
              <a:defRPr sz="1200" b="0">
                <a:solidFill>
                  <a:srgbClr val="67768D"/>
                </a:solidFill>
              </a:defRPr>
            </a:lvl3pPr>
            <a:lvl4pPr algn="ctr">
              <a:defRPr sz="1200" b="0">
                <a:solidFill>
                  <a:srgbClr val="67768D"/>
                </a:solidFill>
              </a:defRPr>
            </a:lvl4pPr>
            <a:lvl5pPr algn="ctr">
              <a:defRPr sz="1200" b="0">
                <a:solidFill>
                  <a:srgbClr val="67768D"/>
                </a:solidFill>
              </a:defRPr>
            </a:lvl5pPr>
            <a:lvl6pPr algn="ctr">
              <a:defRPr sz="1200" b="0">
                <a:solidFill>
                  <a:srgbClr val="67768D"/>
                </a:solidFill>
              </a:defRPr>
            </a:lvl6pPr>
            <a:lvl7pPr algn="ctr">
              <a:defRPr sz="1200" b="0">
                <a:solidFill>
                  <a:srgbClr val="67768D"/>
                </a:solidFill>
              </a:defRPr>
            </a:lvl7pPr>
            <a:lvl8pPr algn="ctr">
              <a:defRPr sz="1200" b="0">
                <a:solidFill>
                  <a:srgbClr val="67768D"/>
                </a:solidFill>
              </a:defRPr>
            </a:lvl8pPr>
            <a:lvl9pPr algn="ctr">
              <a:defRPr sz="1200" b="0">
                <a:solidFill>
                  <a:srgbClr val="67768D"/>
                </a:solidFill>
              </a:defRPr>
            </a:lvl9pPr>
          </a:lstStyle>
          <a:p>
            <a:pPr algn="ctr">
              <a:defRPr sz="1200" b="0">
                <a:solidFill>
                  <a:srgbClr val="67768D"/>
                </a:solidFill>
              </a:defRPr>
            </a:pPr>
            <a:r>
              <a:rPr sz="1200" b="0">
                <a:solidFill>
                  <a:srgbClr val="67768D"/>
                </a:solidFill>
              </a:rPr>
              <a:t>初始CT倾向（连续得分）</a:t>
            </a:r>
            <a:endParaRPr sz="1200" b="0">
              <a:solidFill>
                <a:srgbClr val="67768D"/>
              </a:solidFill>
            </a:endParaRPr>
          </a:p>
        </p:txBody>
      </p:sp>
      <p:sp>
        <p:nvSpPr>
          <p:cNvPr id="88" name="圆角矩形 87"/>
          <p:cNvSpPr>
            <a:spLocks noGrp="1"/>
          </p:cNvSpPr>
          <p:nvPr/>
        </p:nvSpPr>
        <p:spPr>
          <a:xfrm>
            <a:off x="762000" y="4762500"/>
            <a:ext cx="5219700" cy="1288415"/>
          </a:xfrm>
          <a:prstGeom prst="roundRect">
            <a:avLst>
              <a:gd name="adj" fmla="val 4673"/>
            </a:avLst>
          </a:prstGeom>
          <a:solidFill>
            <a:srgbClr val="F2F6FC"/>
          </a:solidFill>
          <a:ln w="9525">
            <a:solidFill>
              <a:srgbClr val="D6E1F0"/>
            </a:solidFill>
          </a:ln>
        </p:spPr>
      </p:sp>
      <p:sp>
        <p:nvSpPr>
          <p:cNvPr id="89" name="圆角矩形 88"/>
          <p:cNvSpPr>
            <a:spLocks noGrp="1"/>
          </p:cNvSpPr>
          <p:nvPr/>
        </p:nvSpPr>
        <p:spPr>
          <a:xfrm>
            <a:off x="6191250" y="4762500"/>
            <a:ext cx="5238750" cy="1255395"/>
          </a:xfrm>
          <a:prstGeom prst="roundRect">
            <a:avLst>
              <a:gd name="adj" fmla="val 4673"/>
            </a:avLst>
          </a:prstGeom>
          <a:solidFill>
            <a:srgbClr val="F5F2FA"/>
          </a:solidFill>
          <a:ln w="9525">
            <a:solidFill>
              <a:srgbClr val="DDD5EA"/>
            </a:solidFill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933450" y="4800600"/>
            <a:ext cx="4857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344778"/>
                </a:solidFill>
              </a:defRPr>
            </a:defPPr>
            <a:lvl1pPr algn="l">
              <a:defRPr sz="1650" b="1">
                <a:solidFill>
                  <a:srgbClr val="344778"/>
                </a:solidFill>
              </a:defRPr>
            </a:lvl1pPr>
            <a:lvl2pPr algn="l">
              <a:defRPr sz="1650" b="1">
                <a:solidFill>
                  <a:srgbClr val="344778"/>
                </a:solidFill>
              </a:defRPr>
            </a:lvl2pPr>
            <a:lvl3pPr algn="l">
              <a:defRPr sz="1650" b="1">
                <a:solidFill>
                  <a:srgbClr val="344778"/>
                </a:solidFill>
              </a:defRPr>
            </a:lvl3pPr>
            <a:lvl4pPr algn="l">
              <a:defRPr sz="1650" b="1">
                <a:solidFill>
                  <a:srgbClr val="344778"/>
                </a:solidFill>
              </a:defRPr>
            </a:lvl4pPr>
            <a:lvl5pPr algn="l">
              <a:defRPr sz="1650" b="1">
                <a:solidFill>
                  <a:srgbClr val="344778"/>
                </a:solidFill>
              </a:defRPr>
            </a:lvl5pPr>
            <a:lvl6pPr algn="l">
              <a:defRPr sz="1650" b="1">
                <a:solidFill>
                  <a:srgbClr val="344778"/>
                </a:solidFill>
              </a:defRPr>
            </a:lvl6pPr>
            <a:lvl7pPr algn="l">
              <a:defRPr sz="1650" b="1">
                <a:solidFill>
                  <a:srgbClr val="344778"/>
                </a:solidFill>
              </a:defRPr>
            </a:lvl7pPr>
            <a:lvl8pPr algn="l">
              <a:defRPr sz="1650" b="1">
                <a:solidFill>
                  <a:srgbClr val="344778"/>
                </a:solidFill>
              </a:defRPr>
            </a:lvl8pPr>
            <a:lvl9pPr algn="l">
              <a:defRPr sz="1650" b="1">
                <a:solidFill>
                  <a:srgbClr val="344778"/>
                </a:solidFill>
              </a:defRPr>
            </a:lvl9pPr>
          </a:lstStyle>
          <a:p>
            <a:pPr algn="l">
              <a:defRPr sz="1650" b="1">
                <a:solidFill>
                  <a:srgbClr val="344778"/>
                </a:solidFill>
              </a:defRPr>
            </a:pPr>
            <a:r>
              <a:rPr sz="1650" b="1">
                <a:solidFill>
                  <a:srgbClr val="344778"/>
                </a:solidFill>
              </a:rPr>
              <a:t>促进内容理解，减少无依据的批评</a:t>
            </a:r>
            <a:endParaRPr sz="1650" b="1">
              <a:solidFill>
                <a:srgbClr val="344778"/>
              </a:solidFill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933450" y="5153025"/>
            <a:ext cx="4857750" cy="898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15" b="0">
                <a:solidFill>
                  <a:srgbClr val="243651"/>
                </a:solidFill>
              </a:defRPr>
            </a:defPPr>
            <a:lvl1pPr algn="l">
              <a:defRPr sz="1315" b="0">
                <a:solidFill>
                  <a:srgbClr val="243651"/>
                </a:solidFill>
              </a:defRPr>
            </a:lvl1pPr>
            <a:lvl2pPr algn="l">
              <a:defRPr sz="1315" b="0">
                <a:solidFill>
                  <a:srgbClr val="243651"/>
                </a:solidFill>
              </a:defRPr>
            </a:lvl2pPr>
            <a:lvl3pPr algn="l">
              <a:defRPr sz="1315" b="0">
                <a:solidFill>
                  <a:srgbClr val="243651"/>
                </a:solidFill>
              </a:defRPr>
            </a:lvl3pPr>
            <a:lvl4pPr algn="l">
              <a:defRPr sz="1315" b="0">
                <a:solidFill>
                  <a:srgbClr val="243651"/>
                </a:solidFill>
              </a:defRPr>
            </a:lvl4pPr>
            <a:lvl5pPr algn="l">
              <a:defRPr sz="1315" b="0">
                <a:solidFill>
                  <a:srgbClr val="243651"/>
                </a:solidFill>
              </a:defRPr>
            </a:lvl5pPr>
            <a:lvl6pPr algn="l">
              <a:defRPr sz="1315" b="0">
                <a:solidFill>
                  <a:srgbClr val="243651"/>
                </a:solidFill>
              </a:defRPr>
            </a:lvl6pPr>
            <a:lvl7pPr algn="l">
              <a:defRPr sz="1315" b="0">
                <a:solidFill>
                  <a:srgbClr val="243651"/>
                </a:solidFill>
              </a:defRPr>
            </a:lvl7pPr>
            <a:lvl8pPr algn="l">
              <a:defRPr sz="1315" b="0">
                <a:solidFill>
                  <a:srgbClr val="243651"/>
                </a:solidFill>
              </a:defRPr>
            </a:lvl8pPr>
            <a:lvl9pPr algn="l">
              <a:defRPr sz="1315" b="0">
                <a:solidFill>
                  <a:srgbClr val="243651"/>
                </a:solidFill>
              </a:defRPr>
            </a:lvl9pPr>
          </a:lstStyle>
          <a:p>
            <a:pPr algn="l">
              <a:defRPr sz="1315" b="0">
                <a:solidFill>
                  <a:srgbClr val="243651"/>
                </a:solidFill>
              </a:defRPr>
            </a:pPr>
            <a:r>
              <a:rPr sz="1315" b="0">
                <a:solidFill>
                  <a:srgbClr val="243651"/>
                </a:solidFill>
              </a:rPr>
              <a:t>两种AI支持可能促进理解，概括表现预计优于无AI组，两个AI组差距较小。</a:t>
            </a:r>
            <a:endParaRPr sz="1315" b="0">
              <a:solidFill>
                <a:srgbClr val="243651"/>
              </a:solidFill>
            </a:endParaRPr>
          </a:p>
          <a:p>
            <a:pPr algn="l">
              <a:defRPr sz="1315" b="0">
                <a:solidFill>
                  <a:srgbClr val="243651"/>
                </a:solidFill>
              </a:defRPr>
            </a:pPr>
            <a:r>
              <a:rPr sz="1315" b="0">
                <a:solidFill>
                  <a:srgbClr val="243651"/>
                </a:solidFill>
              </a:rPr>
              <a:t>追问证据、检验推理和修正判断，则可能减少无效批评，提高苏格拉底组的识别精确率。</a:t>
            </a:r>
            <a:endParaRPr sz="1315" b="0">
              <a:solidFill>
                <a:srgbClr val="243651"/>
              </a:solidFill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6362700" y="4800600"/>
            <a:ext cx="4905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8970B4"/>
                </a:solidFill>
              </a:defRPr>
            </a:defPPr>
            <a:lvl1pPr algn="l">
              <a:defRPr sz="1650" b="1">
                <a:solidFill>
                  <a:srgbClr val="8970B4"/>
                </a:solidFill>
              </a:defRPr>
            </a:lvl1pPr>
            <a:lvl2pPr algn="l">
              <a:defRPr sz="1650" b="1">
                <a:solidFill>
                  <a:srgbClr val="8970B4"/>
                </a:solidFill>
              </a:defRPr>
            </a:lvl2pPr>
            <a:lvl3pPr algn="l">
              <a:defRPr sz="1650" b="1">
                <a:solidFill>
                  <a:srgbClr val="8970B4"/>
                </a:solidFill>
              </a:defRPr>
            </a:lvl3pPr>
            <a:lvl4pPr algn="l">
              <a:defRPr sz="1650" b="1">
                <a:solidFill>
                  <a:srgbClr val="8970B4"/>
                </a:solidFill>
              </a:defRPr>
            </a:lvl4pPr>
            <a:lvl5pPr algn="l">
              <a:defRPr sz="1650" b="1">
                <a:solidFill>
                  <a:srgbClr val="8970B4"/>
                </a:solidFill>
              </a:defRPr>
            </a:lvl5pPr>
            <a:lvl6pPr algn="l">
              <a:defRPr sz="1650" b="1">
                <a:solidFill>
                  <a:srgbClr val="8970B4"/>
                </a:solidFill>
              </a:defRPr>
            </a:lvl6pPr>
            <a:lvl7pPr algn="l">
              <a:defRPr sz="1650" b="1">
                <a:solidFill>
                  <a:srgbClr val="8970B4"/>
                </a:solidFill>
              </a:defRPr>
            </a:lvl7pPr>
            <a:lvl8pPr algn="l">
              <a:defRPr sz="1650" b="1">
                <a:solidFill>
                  <a:srgbClr val="8970B4"/>
                </a:solidFill>
              </a:defRPr>
            </a:lvl8pPr>
            <a:lvl9pPr algn="l">
              <a:defRPr sz="1650" b="1">
                <a:solidFill>
                  <a:srgbClr val="8970B4"/>
                </a:solidFill>
              </a:defRPr>
            </a:lvl9pPr>
          </a:lstStyle>
          <a:p>
            <a:pPr algn="l">
              <a:defRPr sz="1650" b="1">
                <a:solidFill>
                  <a:srgbClr val="8970B4"/>
                </a:solidFill>
              </a:defRPr>
            </a:pPr>
            <a:r>
              <a:rPr sz="1650" b="1">
                <a:solidFill>
                  <a:srgbClr val="8970B4"/>
                </a:solidFill>
              </a:rPr>
              <a:t>初始CT倾向较低者可能</a:t>
            </a:r>
            <a:r>
              <a:rPr lang="zh-CN" sz="1650" b="1">
                <a:solidFill>
                  <a:srgbClr val="8970B4"/>
                </a:solidFill>
              </a:rPr>
              <a:t>获益</a:t>
            </a:r>
            <a:r>
              <a:rPr sz="1650" b="1">
                <a:solidFill>
                  <a:srgbClr val="8970B4"/>
                </a:solidFill>
              </a:rPr>
              <a:t>更多</a:t>
            </a:r>
            <a:endParaRPr sz="1650" b="1">
              <a:solidFill>
                <a:srgbClr val="8970B4"/>
              </a:solidFill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6362700" y="5143500"/>
            <a:ext cx="4905375" cy="7448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243651"/>
                </a:solidFill>
              </a:defRPr>
            </a:defPPr>
            <a:lvl1pPr algn="l">
              <a:defRPr sz="1350" b="0">
                <a:solidFill>
                  <a:srgbClr val="243651"/>
                </a:solidFill>
              </a:defRPr>
            </a:lvl1pPr>
            <a:lvl2pPr algn="l">
              <a:defRPr sz="1350" b="0">
                <a:solidFill>
                  <a:srgbClr val="243651"/>
                </a:solidFill>
              </a:defRPr>
            </a:lvl2pPr>
            <a:lvl3pPr algn="l">
              <a:defRPr sz="1350" b="0">
                <a:solidFill>
                  <a:srgbClr val="243651"/>
                </a:solidFill>
              </a:defRPr>
            </a:lvl3pPr>
            <a:lvl4pPr algn="l">
              <a:defRPr sz="1350" b="0">
                <a:solidFill>
                  <a:srgbClr val="243651"/>
                </a:solidFill>
              </a:defRPr>
            </a:lvl4pPr>
            <a:lvl5pPr algn="l">
              <a:defRPr sz="1350" b="0">
                <a:solidFill>
                  <a:srgbClr val="243651"/>
                </a:solidFill>
              </a:defRPr>
            </a:lvl5pPr>
            <a:lvl6pPr algn="l">
              <a:defRPr sz="1350" b="0">
                <a:solidFill>
                  <a:srgbClr val="243651"/>
                </a:solidFill>
              </a:defRPr>
            </a:lvl6pPr>
            <a:lvl7pPr algn="l">
              <a:defRPr sz="1350" b="0">
                <a:solidFill>
                  <a:srgbClr val="243651"/>
                </a:solidFill>
              </a:defRPr>
            </a:lvl7pPr>
            <a:lvl8pPr algn="l">
              <a:defRPr sz="1350" b="0">
                <a:solidFill>
                  <a:srgbClr val="243651"/>
                </a:solidFill>
              </a:defRPr>
            </a:lvl8pPr>
            <a:lvl9pPr algn="l">
              <a:defRPr sz="1350" b="0">
                <a:solidFill>
                  <a:srgbClr val="243651"/>
                </a:solidFill>
              </a:defRPr>
            </a:lvl9pPr>
          </a:lstStyle>
          <a:p>
            <a:pPr algn="l">
              <a:defRPr sz="1350" b="0">
                <a:solidFill>
                  <a:srgbClr val="243651"/>
                </a:solidFill>
              </a:defRPr>
            </a:pPr>
            <a:r>
              <a:rPr sz="1350" b="0">
                <a:solidFill>
                  <a:srgbClr val="243651"/>
                </a:solidFill>
              </a:rPr>
              <a:t>预期初始批判性思维倾向越低，苏格拉底组相对通用组在击中率和解释质量上的优势越大。</a:t>
            </a:r>
            <a:endParaRPr sz="1350" b="0">
              <a:solidFill>
                <a:srgbClr val="24365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觅知网-不倒翁ID:189359941"/>
          <p:cNvSpPr>
            <a:spLocks noGrp="1"/>
          </p:cNvSpPr>
          <p:nvPr/>
        </p:nvSpPr>
        <p:spPr>
          <a:xfrm>
            <a:off x="5227157" y="1844355"/>
            <a:ext cx="1728192" cy="5232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10" name="觅知网-不倒翁ID:189359941"/>
          <p:cNvSpPr>
            <a:spLocks noGrp="1"/>
          </p:cNvSpPr>
          <p:nvPr/>
        </p:nvSpPr>
        <p:spPr>
          <a:xfrm flipV="1">
            <a:off x="6036643" y="2356198"/>
            <a:ext cx="109220" cy="9415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11" name="觅知网-不倒翁ID:189359941"/>
          <p:cNvSpPr>
            <a:spLocks noGrp="1"/>
          </p:cNvSpPr>
          <p:nvPr/>
        </p:nvSpPr>
        <p:spPr>
          <a:xfrm>
            <a:off x="2346963" y="2659881"/>
            <a:ext cx="7498080" cy="11988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7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研究难点与创新点</a:t>
            </a:r>
            <a:endParaRPr sz="7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觅知网-不倒翁ID:189359941"/>
          <p:cNvSpPr>
            <a:spLocks noGrp="1"/>
          </p:cNvSpPr>
          <p:nvPr/>
        </p:nvSpPr>
        <p:spPr>
          <a:xfrm>
            <a:off x="5390213" y="1880056"/>
            <a:ext cx="14020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2400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第</a:t>
            </a:r>
            <a:r>
              <a:rPr lang="zh-CN" sz="2400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五</a:t>
            </a:r>
            <a:r>
              <a:rPr sz="2400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部分</a:t>
            </a:r>
            <a:endParaRPr sz="2400">
              <a:solidFill>
                <a:schemeClr val="bg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2964214" y="3911559"/>
            <a:ext cx="625407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觅知网-不倒翁ID:189359941"/>
          <p:cNvSpPr>
            <a:spLocks noGrp="1"/>
          </p:cNvSpPr>
          <p:nvPr/>
        </p:nvSpPr>
        <p:spPr>
          <a:xfrm>
            <a:off x="323" y="5511138"/>
            <a:ext cx="12191677" cy="1346862"/>
          </a:xfrm>
          <a:custGeom>
            <a:avLst/>
            <a:gdLst>
              <a:gd name="connsiteX0" fmla="*/ 12191677 w 12191677"/>
              <a:gd name="connsiteY0" fmla="*/ 0 h 1346862"/>
              <a:gd name="connsiteX1" fmla="*/ 12191677 w 12191677"/>
              <a:gd name="connsiteY1" fmla="*/ 1346862 h 1346862"/>
              <a:gd name="connsiteX2" fmla="*/ 0 w 12191677"/>
              <a:gd name="connsiteY2" fmla="*/ 1346862 h 1346862"/>
              <a:gd name="connsiteX3" fmla="*/ 0 w 12191677"/>
              <a:gd name="connsiteY3" fmla="*/ 42381 h 1346862"/>
              <a:gd name="connsiteX4" fmla="*/ 11935898 w 12191677"/>
              <a:gd name="connsiteY4" fmla="*/ 70915 h 1346862"/>
            </a:gdLst>
            <a:ahLst/>
            <a:cxnLst/>
            <a:rect l="l" t="t" r="r" b="b"/>
            <a:pathLst>
              <a:path w="12191677" h="1346862">
                <a:moveTo>
                  <a:pt x="12191677" y="0"/>
                </a:moveTo>
                <a:lnTo>
                  <a:pt x="12191677" y="1346862"/>
                </a:lnTo>
                <a:lnTo>
                  <a:pt x="0" y="1346862"/>
                </a:lnTo>
                <a:lnTo>
                  <a:pt x="0" y="42381"/>
                </a:lnTo>
                <a:cubicBezTo>
                  <a:pt x="3090122" y="758737"/>
                  <a:pt x="8949245" y="844902"/>
                  <a:pt x="11935898" y="70915"/>
                </a:cubicBezTo>
                <a:close/>
              </a:path>
            </a:pathLst>
          </a:custGeom>
          <a:solidFill>
            <a:srgbClr val="344778"/>
          </a:solidFill>
          <a:ln w="25400" cap="flat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86677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705" b="0" i="0" u="none" strike="noStrike" kern="0" cap="none" spc="0" baseline="0">
              <a:ln>
                <a:noFill/>
              </a:ln>
              <a:solidFill>
                <a:sysClr val="window" lastClr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研究难点与创新点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buNone/>
              <a:defRPr sz="2475" b="1">
                <a:solidFill>
                  <a:srgbClr val="344778"/>
                </a:solidFill>
              </a:defRPr>
            </a:lvl1pPr>
            <a:lvl2pPr>
              <a:buNone/>
              <a:defRPr sz="2475" b="1">
                <a:solidFill>
                  <a:srgbClr val="344778"/>
                </a:solidFill>
              </a:defRPr>
            </a:lvl2pPr>
            <a:lvl3pPr>
              <a:buNone/>
              <a:defRPr sz="2475" b="1">
                <a:solidFill>
                  <a:srgbClr val="344778"/>
                </a:solidFill>
              </a:defRPr>
            </a:lvl3pPr>
            <a:lvl4pPr>
              <a:buNone/>
              <a:defRPr sz="2475" b="1">
                <a:solidFill>
                  <a:srgbClr val="344778"/>
                </a:solidFill>
              </a:defRPr>
            </a:lvl4pPr>
            <a:lvl5pPr>
              <a:buNone/>
              <a:defRPr sz="2475" b="1">
                <a:solidFill>
                  <a:srgbClr val="344778"/>
                </a:solidFill>
              </a:defRPr>
            </a:lvl5pPr>
            <a:lvl6pPr>
              <a:buNone/>
              <a:defRPr sz="2475" b="1">
                <a:solidFill>
                  <a:srgbClr val="344778"/>
                </a:solidFill>
              </a:defRPr>
            </a:lvl6pPr>
            <a:lvl7pPr>
              <a:buNone/>
              <a:defRPr sz="2475" b="1">
                <a:solidFill>
                  <a:srgbClr val="344778"/>
                </a:solidFill>
              </a:defRPr>
            </a:lvl7pPr>
            <a:lvl8pPr>
              <a:buNone/>
              <a:defRPr sz="2475" b="1">
                <a:solidFill>
                  <a:srgbClr val="344778"/>
                </a:solidFill>
              </a:defRPr>
            </a:lvl8pPr>
            <a:lvl9pPr>
              <a:buNone/>
              <a:defRPr sz="24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将理论指导的追问落实到可比较、可评价的阅读任务</a:t>
            </a:r>
            <a:endParaRPr lang="zh-CN" sz="2475" b="1">
              <a:solidFill>
                <a:srgbClr val="344778"/>
              </a:solidFill>
              <a:ea typeface="宋体" charset="0"/>
            </a:endParaRPr>
          </a:p>
        </p:txBody>
      </p:sp>
      <p:graphicFrame>
        <p:nvGraphicFramePr>
          <p:cNvPr id="23" name="表格 22"/>
          <p:cNvGraphicFramePr/>
          <p:nvPr/>
        </p:nvGraphicFramePr>
        <p:xfrm>
          <a:off x="723900" y="2095500"/>
          <a:ext cx="10744200" cy="3333752"/>
        </p:xfrm>
        <a:graphic>
          <a:graphicData uri="http://schemas.openxmlformats.org/drawingml/2006/table">
            <a:tbl>
              <a:tblPr/>
              <a:tblGrid>
                <a:gridCol w="2857500"/>
                <a:gridCol w="7886700"/>
              </a:tblGrid>
              <a:tr h="833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研究难点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处理方式与研究</a:t>
                      </a:r>
                      <a:r>
                        <a:rPr lang="zh-CN" sz="1725" b="1">
                          <a:solidFill>
                            <a:srgbClr val="FFFFFF"/>
                          </a:solidFill>
                        </a:rPr>
                        <a:t>创新点</a:t>
                      </a:r>
                      <a:endParaRPr lang="zh-CN" sz="1725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追问适应真实阅读需求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学生可能从概念不懂、已有评价或无从下手进入讨论。Agent既提供必要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解释，也根据判断追问依据与推理，将自我解释落实到具体论文内容。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区分AI能力与教学策略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两个AI组使用相同模型、信息和阅读工具，三组保持任务与时间一致。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以通用AI和无AI作为参照，检验</a:t>
                      </a:r>
                      <a:r>
                        <a:rPr lang="zh-CN" sz="1725" b="0">
                          <a:solidFill>
                            <a:srgbClr val="202C43"/>
                          </a:solidFill>
                        </a:rPr>
                        <a:t>撤去</a:t>
                      </a:r>
                      <a:r>
                        <a:rPr lang="en-US" altLang="zh-CN" sz="1725" b="0">
                          <a:solidFill>
                            <a:srgbClr val="202C43"/>
                          </a:solidFill>
                        </a:rPr>
                        <a:t>AI</a:t>
                      </a:r>
                      <a:r>
                        <a:rPr lang="zh-CN" altLang="en-US" sz="1725" b="0">
                          <a:solidFill>
                            <a:srgbClr val="202C43"/>
                          </a:solidFill>
                        </a:rPr>
                        <a:t>后的</a:t>
                      </a:r>
                      <a:r>
                        <a:rPr sz="1725" b="0">
                          <a:solidFill>
                            <a:srgbClr val="202C43"/>
                          </a:solidFill>
                        </a:rPr>
                        <a:t>训练收益。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开放式评价的可靠测量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结合书中评析、专家审查与试评建立标准，四位评分者独立盲评。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分别评价发现范围、解释充分性和批评精确率，避免只以主观感受判断。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矩形 23"/>
          <p:cNvSpPr>
            <a:spLocks noGrp="1"/>
          </p:cNvSpPr>
          <p:nvPr/>
        </p:nvSpPr>
        <p:spPr>
          <a:xfrm>
            <a:off x="762000" y="5524500"/>
            <a:ext cx="10715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800" b="1">
                <a:solidFill>
                  <a:srgbClr val="344778"/>
                </a:solidFill>
              </a:defRPr>
            </a:defPPr>
            <a:lvl1pPr>
              <a:buNone/>
              <a:defRPr sz="1800" b="1">
                <a:solidFill>
                  <a:srgbClr val="344778"/>
                </a:solidFill>
              </a:defRPr>
            </a:lvl1pPr>
            <a:lvl2pPr>
              <a:buNone/>
              <a:defRPr sz="1800" b="1">
                <a:solidFill>
                  <a:srgbClr val="344778"/>
                </a:solidFill>
              </a:defRPr>
            </a:lvl2pPr>
            <a:lvl3pPr>
              <a:buNone/>
              <a:defRPr sz="1800" b="1">
                <a:solidFill>
                  <a:srgbClr val="344778"/>
                </a:solidFill>
              </a:defRPr>
            </a:lvl3pPr>
            <a:lvl4pPr>
              <a:buNone/>
              <a:defRPr sz="1800" b="1">
                <a:solidFill>
                  <a:srgbClr val="344778"/>
                </a:solidFill>
              </a:defRPr>
            </a:lvl4pPr>
            <a:lvl5pPr>
              <a:buNone/>
              <a:defRPr sz="1800" b="1">
                <a:solidFill>
                  <a:srgbClr val="344778"/>
                </a:solidFill>
              </a:defRPr>
            </a:lvl5pPr>
            <a:lvl6pPr>
              <a:buNone/>
              <a:defRPr sz="1800" b="1">
                <a:solidFill>
                  <a:srgbClr val="344778"/>
                </a:solidFill>
              </a:defRPr>
            </a:lvl6pPr>
            <a:lvl7pPr>
              <a:buNone/>
              <a:defRPr sz="1800" b="1">
                <a:solidFill>
                  <a:srgbClr val="344778"/>
                </a:solidFill>
              </a:defRPr>
            </a:lvl7pPr>
            <a:lvl8pPr>
              <a:buNone/>
              <a:defRPr sz="1800" b="1">
                <a:solidFill>
                  <a:srgbClr val="344778"/>
                </a:solidFill>
              </a:defRPr>
            </a:lvl8pPr>
            <a:lvl9pPr>
              <a:buNone/>
              <a:defRPr sz="1800" b="1">
                <a:solidFill>
                  <a:srgbClr val="344778"/>
                </a:solidFill>
              </a:defRPr>
            </a:lvl9pPr>
          </a:lstStyle>
          <a:p>
            <a:pPr>
              <a:buNone/>
              <a:defRPr sz="1800" b="1">
                <a:solidFill>
                  <a:srgbClr val="344778"/>
                </a:solidFill>
              </a:defRPr>
            </a:pPr>
            <a:r>
              <a:rPr sz="1800" b="1">
                <a:solidFill>
                  <a:srgbClr val="344778"/>
                </a:solidFill>
              </a:rPr>
              <a:t>预期形成可运行的Agent及交互规则，并提供其对独立论文评价表现影响的证据。</a:t>
            </a:r>
            <a:endParaRPr sz="1800" b="1">
              <a:solidFill>
                <a:srgbClr val="344778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42950" y="5886450"/>
            <a:ext cx="10668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315" b="0">
                <a:solidFill>
                  <a:srgbClr val="536078"/>
                </a:solidFill>
              </a:defRPr>
            </a:defPPr>
            <a:lvl1pPr>
              <a:buNone/>
              <a:defRPr sz="1315" b="0">
                <a:solidFill>
                  <a:srgbClr val="536078"/>
                </a:solidFill>
              </a:defRPr>
            </a:lvl1pPr>
            <a:lvl2pPr>
              <a:buNone/>
              <a:defRPr sz="1315" b="0">
                <a:solidFill>
                  <a:srgbClr val="536078"/>
                </a:solidFill>
              </a:defRPr>
            </a:lvl2pPr>
            <a:lvl3pPr>
              <a:buNone/>
              <a:defRPr sz="1315" b="0">
                <a:solidFill>
                  <a:srgbClr val="536078"/>
                </a:solidFill>
              </a:defRPr>
            </a:lvl3pPr>
            <a:lvl4pPr>
              <a:buNone/>
              <a:defRPr sz="1315" b="0">
                <a:solidFill>
                  <a:srgbClr val="536078"/>
                </a:solidFill>
              </a:defRPr>
            </a:lvl4pPr>
            <a:lvl5pPr>
              <a:buNone/>
              <a:defRPr sz="1315" b="0">
                <a:solidFill>
                  <a:srgbClr val="536078"/>
                </a:solidFill>
              </a:defRPr>
            </a:lvl5pPr>
            <a:lvl6pPr>
              <a:buNone/>
              <a:defRPr sz="1315" b="0">
                <a:solidFill>
                  <a:srgbClr val="536078"/>
                </a:solidFill>
              </a:defRPr>
            </a:lvl6pPr>
            <a:lvl7pPr>
              <a:buNone/>
              <a:defRPr sz="1315" b="0">
                <a:solidFill>
                  <a:srgbClr val="536078"/>
                </a:solidFill>
              </a:defRPr>
            </a:lvl7pPr>
            <a:lvl8pPr>
              <a:buNone/>
              <a:defRPr sz="1315" b="0">
                <a:solidFill>
                  <a:srgbClr val="536078"/>
                </a:solidFill>
              </a:defRPr>
            </a:lvl8pPr>
            <a:lvl9pPr>
              <a:buNone/>
              <a:defRPr sz="1315" b="0">
                <a:solidFill>
                  <a:srgbClr val="536078"/>
                </a:solidFill>
              </a:defRPr>
            </a:lvl9pPr>
          </a:lstStyle>
          <a:p>
            <a:pPr>
              <a:buNone/>
              <a:defRPr sz="1315" b="0">
                <a:solidFill>
                  <a:srgbClr val="536078"/>
                </a:solidFill>
              </a:defRPr>
            </a:pPr>
            <a:r>
              <a:rPr sz="1315" b="0">
                <a:solidFill>
                  <a:srgbClr val="536078"/>
                </a:solidFill>
              </a:rPr>
              <a:t>理论与材料参照：Chi (2000); Meltzoff &amp; Cooper (2018).</a:t>
            </a:r>
            <a:endParaRPr sz="1315" b="0">
              <a:solidFill>
                <a:srgbClr val="536078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觅知网-不倒翁ID:189359941"/>
          <p:cNvSpPr>
            <a:spLocks noGrp="1"/>
          </p:cNvSpPr>
          <p:nvPr/>
        </p:nvSpPr>
        <p:spPr>
          <a:xfrm>
            <a:off x="5227157" y="1844355"/>
            <a:ext cx="1728192" cy="5232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10" name="觅知网-不倒翁ID:189359941"/>
          <p:cNvSpPr>
            <a:spLocks noGrp="1"/>
          </p:cNvSpPr>
          <p:nvPr/>
        </p:nvSpPr>
        <p:spPr>
          <a:xfrm flipV="1">
            <a:off x="6036643" y="2356198"/>
            <a:ext cx="109220" cy="9415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11" name="觅知网-不倒翁ID:189359941"/>
          <p:cNvSpPr>
            <a:spLocks noGrp="1"/>
          </p:cNvSpPr>
          <p:nvPr/>
        </p:nvSpPr>
        <p:spPr>
          <a:xfrm>
            <a:off x="3261363" y="2659881"/>
            <a:ext cx="5669280" cy="11988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7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论文进度安排</a:t>
            </a:r>
            <a:endParaRPr sz="7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觅知网-不倒翁ID:189359941"/>
          <p:cNvSpPr>
            <a:spLocks noGrp="1"/>
          </p:cNvSpPr>
          <p:nvPr/>
        </p:nvSpPr>
        <p:spPr>
          <a:xfrm>
            <a:off x="5390213" y="1880056"/>
            <a:ext cx="14020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2400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第</a:t>
            </a:r>
            <a:r>
              <a:rPr lang="zh-CN" sz="2400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六</a:t>
            </a:r>
            <a:r>
              <a:rPr sz="2400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部分</a:t>
            </a:r>
            <a:endParaRPr sz="2400">
              <a:solidFill>
                <a:schemeClr val="bg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2964214" y="3911559"/>
            <a:ext cx="625407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觅知网-不倒翁ID:189359941"/>
          <p:cNvSpPr>
            <a:spLocks noGrp="1"/>
          </p:cNvSpPr>
          <p:nvPr/>
        </p:nvSpPr>
        <p:spPr>
          <a:xfrm>
            <a:off x="323" y="5511138"/>
            <a:ext cx="12191677" cy="1346862"/>
          </a:xfrm>
          <a:custGeom>
            <a:avLst/>
            <a:gdLst>
              <a:gd name="connsiteX0" fmla="*/ 12191677 w 12191677"/>
              <a:gd name="connsiteY0" fmla="*/ 0 h 1346862"/>
              <a:gd name="connsiteX1" fmla="*/ 12191677 w 12191677"/>
              <a:gd name="connsiteY1" fmla="*/ 1346862 h 1346862"/>
              <a:gd name="connsiteX2" fmla="*/ 0 w 12191677"/>
              <a:gd name="connsiteY2" fmla="*/ 1346862 h 1346862"/>
              <a:gd name="connsiteX3" fmla="*/ 0 w 12191677"/>
              <a:gd name="connsiteY3" fmla="*/ 42381 h 1346862"/>
              <a:gd name="connsiteX4" fmla="*/ 11935898 w 12191677"/>
              <a:gd name="connsiteY4" fmla="*/ 70915 h 1346862"/>
            </a:gdLst>
            <a:ahLst/>
            <a:cxnLst/>
            <a:rect l="l" t="t" r="r" b="b"/>
            <a:pathLst>
              <a:path w="12191677" h="1346862">
                <a:moveTo>
                  <a:pt x="12191677" y="0"/>
                </a:moveTo>
                <a:lnTo>
                  <a:pt x="12191677" y="1346862"/>
                </a:lnTo>
                <a:lnTo>
                  <a:pt x="0" y="1346862"/>
                </a:lnTo>
                <a:lnTo>
                  <a:pt x="0" y="42381"/>
                </a:lnTo>
                <a:cubicBezTo>
                  <a:pt x="3090122" y="758737"/>
                  <a:pt x="8949245" y="844902"/>
                  <a:pt x="11935898" y="70915"/>
                </a:cubicBezTo>
                <a:close/>
              </a:path>
            </a:pathLst>
          </a:custGeom>
          <a:solidFill>
            <a:srgbClr val="344778"/>
          </a:solidFill>
          <a:ln w="25400" cap="flat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86677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705" b="0" i="0" u="none" strike="noStrike" kern="0" cap="none" spc="0" baseline="0">
              <a:ln>
                <a:noFill/>
              </a:ln>
              <a:solidFill>
                <a:sysClr val="window" lastClr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422275" y="1258570"/>
            <a:ext cx="11367135" cy="4776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557986" y="554589"/>
            <a:ext cx="4600135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论文进度安排</a:t>
            </a:r>
            <a:endParaRPr sz="3200"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672916" y="1144773"/>
            <a:ext cx="1754510" cy="11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觅知网-不倒翁ID:189359941"/>
          <p:cNvSpPr>
            <a:spLocks noGrp="1"/>
          </p:cNvSpPr>
          <p:nvPr/>
        </p:nvSpPr>
        <p:spPr>
          <a:xfrm>
            <a:off x="2427425" y="1201832"/>
            <a:ext cx="90588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188" y="554355"/>
            <a:ext cx="2446020" cy="549593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23900" y="147637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475" b="1">
                <a:solidFill>
                  <a:srgbClr val="344778"/>
                </a:solidFill>
              </a:defRPr>
            </a:defPPr>
            <a:lvl1pPr>
              <a:buNone/>
              <a:defRPr sz="2475" b="1">
                <a:solidFill>
                  <a:srgbClr val="344778"/>
                </a:solidFill>
              </a:defRPr>
            </a:lvl1pPr>
            <a:lvl2pPr>
              <a:buNone/>
              <a:defRPr sz="2475" b="1">
                <a:solidFill>
                  <a:srgbClr val="344778"/>
                </a:solidFill>
              </a:defRPr>
            </a:lvl2pPr>
            <a:lvl3pPr>
              <a:buNone/>
              <a:defRPr sz="2475" b="1">
                <a:solidFill>
                  <a:srgbClr val="344778"/>
                </a:solidFill>
              </a:defRPr>
            </a:lvl3pPr>
            <a:lvl4pPr>
              <a:buNone/>
              <a:defRPr sz="2475" b="1">
                <a:solidFill>
                  <a:srgbClr val="344778"/>
                </a:solidFill>
              </a:defRPr>
            </a:lvl4pPr>
            <a:lvl5pPr>
              <a:buNone/>
              <a:defRPr sz="2475" b="1">
                <a:solidFill>
                  <a:srgbClr val="344778"/>
                </a:solidFill>
              </a:defRPr>
            </a:lvl5pPr>
            <a:lvl6pPr>
              <a:buNone/>
              <a:defRPr sz="2475" b="1">
                <a:solidFill>
                  <a:srgbClr val="344778"/>
                </a:solidFill>
              </a:defRPr>
            </a:lvl6pPr>
            <a:lvl7pPr>
              <a:buNone/>
              <a:defRPr sz="2475" b="1">
                <a:solidFill>
                  <a:srgbClr val="344778"/>
                </a:solidFill>
              </a:defRPr>
            </a:lvl7pPr>
            <a:lvl8pPr>
              <a:buNone/>
              <a:defRPr sz="2475" b="1">
                <a:solidFill>
                  <a:srgbClr val="344778"/>
                </a:solidFill>
              </a:defRPr>
            </a:lvl8pPr>
            <a:lvl9pPr>
              <a:buNone/>
              <a:defRPr sz="2475" b="1">
                <a:solidFill>
                  <a:srgbClr val="344778"/>
                </a:solidFill>
              </a:defRPr>
            </a:lvl9pPr>
          </a:lstStyle>
          <a:p>
            <a:pPr>
              <a:buNone/>
              <a:defRPr sz="2475" b="1">
                <a:solidFill>
                  <a:srgbClr val="344778"/>
                </a:solidFill>
              </a:defRPr>
            </a:pPr>
            <a:r>
              <a:rPr sz="2475" b="1">
                <a:solidFill>
                  <a:srgbClr val="344778"/>
                </a:solidFill>
              </a:rPr>
              <a:t>3月完成分析、写作与修改，4月提交和预答辩</a:t>
            </a:r>
            <a:endParaRPr sz="2475" b="1">
              <a:solidFill>
                <a:srgbClr val="344778"/>
              </a:solidFill>
            </a:endParaRPr>
          </a:p>
        </p:txBody>
      </p:sp>
      <p:graphicFrame>
        <p:nvGraphicFramePr>
          <p:cNvPr id="23" name="表格 22"/>
          <p:cNvGraphicFramePr/>
          <p:nvPr/>
        </p:nvGraphicFramePr>
        <p:xfrm>
          <a:off x="723900" y="2095500"/>
          <a:ext cx="10744200" cy="3524250"/>
        </p:xfrm>
        <a:graphic>
          <a:graphicData uri="http://schemas.openxmlformats.org/drawingml/2006/table">
            <a:tbl>
              <a:tblPr/>
              <a:tblGrid>
                <a:gridCol w="2333625"/>
                <a:gridCol w="8410575"/>
              </a:tblGrid>
              <a:tr h="587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时间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工作安排与阶段成果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T w="6668">
                      <a:solidFill>
                        <a:srgbClr val="CCD2DF"/>
                      </a:solidFill>
                      <a:prstDash val="solid"/>
                    </a:lnT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34477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2026年10—11月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完成开题、文献与工具比较及研究一访谈，形成设计要求</a:t>
                      </a:r>
                      <a:r>
                        <a:rPr lang="zh-CN" sz="1725" b="0">
                          <a:solidFill>
                            <a:srgbClr val="202C43"/>
                          </a:solidFill>
                        </a:rPr>
                        <a:t>并开始开发</a:t>
                      </a:r>
                      <a:r>
                        <a:rPr lang="en-US" altLang="zh-CN" sz="1725" b="0">
                          <a:solidFill>
                            <a:srgbClr val="202C43"/>
                          </a:solidFill>
                        </a:rPr>
                        <a:t>Agent</a:t>
                      </a:r>
                      <a:r>
                        <a:rPr lang="zh-CN" altLang="en-US" sz="1725" b="0">
                          <a:solidFill>
                            <a:srgbClr val="202C43"/>
                          </a:solidFill>
                          <a:ea typeface="宋体" charset="0"/>
                        </a:rPr>
                        <a:t>。</a:t>
                      </a:r>
                      <a:endParaRPr lang="zh-CN" altLang="en-US" sz="1725" b="0">
                        <a:solidFill>
                          <a:srgbClr val="202C43"/>
                        </a:solidFill>
                        <a:ea typeface="宋体" charset="0"/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2026年12月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完善Agent、阅读界面与日志，完成两轮可用性测试并修订互动规则。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2027年1—2月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1月完成材料核对、评分培训与4人预实验，固定正式方案。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2月完成正式实验、资料整理和独立评分。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2027年3月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上半月完成统计分析和论文初稿，下半月完成导师反馈修改与格式检查。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2027年4月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L w="6668">
                      <a:solidFill>
                        <a:srgbClr val="CCD2DF"/>
                      </a:solidFill>
                      <a:prstDash val="solid"/>
                    </a:lnL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C43"/>
                          </a:solidFill>
                        </a:rPr>
                        <a:t>4月9日前提交论文至系统，4月14日前完成预答辩。</a:t>
                      </a:r>
                      <a:endParaRPr sz="1725" b="0">
                        <a:solidFill>
                          <a:srgbClr val="202C43"/>
                        </a:solidFill>
                      </a:endParaRPr>
                    </a:p>
                  </a:txBody>
                  <a:tcPr marL="123825" marR="123825" marT="95250" marB="95250" anchor="ctr">
                    <a:lnR w="6668">
                      <a:solidFill>
                        <a:srgbClr val="CCD2DF"/>
                      </a:solidFill>
                      <a:prstDash val="solid"/>
                    </a:lnR>
                    <a:lnB w="6668">
                      <a:solidFill>
                        <a:srgbClr val="CC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觅知网-不倒翁ID:189359941"/>
          <p:cNvSpPr>
            <a:spLocks noGrp="1"/>
          </p:cNvSpPr>
          <p:nvPr/>
        </p:nvSpPr>
        <p:spPr>
          <a:xfrm flipH="1">
            <a:off x="7149832" y="2636912"/>
            <a:ext cx="2896210" cy="4169"/>
          </a:xfrm>
          <a:prstGeom prst="line">
            <a:avLst/>
          </a:prstGeom>
          <a:ln w="12700">
            <a:solidFill>
              <a:srgbClr val="0B29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" name="觅知网-不倒翁ID:189359941"/>
          <p:cNvSpPr>
            <a:spLocks noGrp="1"/>
          </p:cNvSpPr>
          <p:nvPr/>
        </p:nvSpPr>
        <p:spPr>
          <a:xfrm>
            <a:off x="4012080" y="2436857"/>
            <a:ext cx="4172152" cy="40011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0B29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5" name="觅知网-不倒翁ID:189359941"/>
          <p:cNvSpPr>
            <a:spLocks noGrp="1"/>
          </p:cNvSpPr>
          <p:nvPr/>
        </p:nvSpPr>
        <p:spPr>
          <a:xfrm>
            <a:off x="1707824" y="2972094"/>
            <a:ext cx="8780664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54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感谢老师们批评指正</a:t>
            </a:r>
            <a:endParaRPr sz="5400" b="0" i="0" u="none" strike="noStrike" kern="1200" cap="none" spc="0" baseline="0">
              <a:ln>
                <a:noFill/>
              </a:ln>
              <a:solidFill>
                <a:schemeClr val="accen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觅知网-不倒翁ID:189359941"/>
          <p:cNvSpPr>
            <a:spLocks noGrp="1"/>
          </p:cNvSpPr>
          <p:nvPr/>
        </p:nvSpPr>
        <p:spPr>
          <a:xfrm>
            <a:off x="4228104" y="2436857"/>
            <a:ext cx="3740104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0B29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2025级研究生开题答辩</a:t>
            </a:r>
            <a:endParaRPr sz="2000" b="0" i="0" u="none" strike="noStrike" kern="1200" cap="none" spc="0" baseline="0">
              <a:ln>
                <a:noFill/>
              </a:ln>
              <a:solidFill>
                <a:srgbClr val="0B29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7" name="觅知网-不倒翁ID:189359941"/>
          <p:cNvCxnSpPr>
            <a:stCxn id="4" idx="1"/>
          </p:cNvCxnSpPr>
          <p:nvPr/>
        </p:nvCxnSpPr>
        <p:spPr>
          <a:xfrm flipH="1">
            <a:off x="2150270" y="2636912"/>
            <a:ext cx="1861810" cy="4169"/>
          </a:xfrm>
          <a:prstGeom prst="line">
            <a:avLst/>
          </a:prstGeom>
          <a:ln w="12700">
            <a:solidFill>
              <a:srgbClr val="0B29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觅知网-不倒翁ID:189359941"/>
          <p:cNvSpPr>
            <a:spLocks noGrp="1"/>
          </p:cNvSpPr>
          <p:nvPr/>
        </p:nvSpPr>
        <p:spPr>
          <a:xfrm>
            <a:off x="1983356" y="3845161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觅知网-不倒翁ID:189359941"/>
          <p:cNvSpPr>
            <a:spLocks noGrp="1"/>
          </p:cNvSpPr>
          <p:nvPr/>
        </p:nvSpPr>
        <p:spPr>
          <a:xfrm>
            <a:off x="3754437" y="4122669"/>
            <a:ext cx="4695825" cy="829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苏格拉底式智能体辅助阅读对</a:t>
            </a:r>
            <a:endParaRPr sz="1600" b="0" i="0" u="none" strike="noStrike" kern="1200" cap="none" spc="0" baseline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科研新手文献批判性评价表现的影响</a:t>
            </a:r>
            <a:endParaRPr sz="1600" b="0" i="0" u="none" strike="noStrike" kern="1200" cap="none" spc="0" baseline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觅知网-不倒翁ID:189359941"/>
          <p:cNvSpPr>
            <a:spLocks noGrp="1"/>
          </p:cNvSpPr>
          <p:nvPr/>
        </p:nvSpPr>
        <p:spPr>
          <a:xfrm>
            <a:off x="2993517" y="5308420"/>
            <a:ext cx="1618501" cy="325222"/>
          </a:xfrm>
          <a:prstGeom prst="rect">
            <a:avLst/>
          </a:prstGeom>
          <a:noFill/>
        </p:spPr>
        <p:txBody>
          <a:bodyPr wrap="none" lIns="81382" tIns="40691" rIns="81382" bIns="40691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答辩人：彭诗婕</a:t>
            </a:r>
            <a:endParaRPr sz="16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觅知网-不倒翁ID:189359941"/>
          <p:cNvSpPr>
            <a:spLocks noGrp="1"/>
          </p:cNvSpPr>
          <p:nvPr/>
        </p:nvSpPr>
        <p:spPr>
          <a:xfrm>
            <a:off x="2725741" y="5285224"/>
            <a:ext cx="276085" cy="328705"/>
          </a:xfrm>
          <a:custGeom>
            <a:avLst/>
            <a:gdLst>
              <a:gd name="connsiteX0" fmla="*/ 172784 w 510964"/>
              <a:gd name="connsiteY0" fmla="*/ 386345 h 608344"/>
              <a:gd name="connsiteX1" fmla="*/ 182733 w 510964"/>
              <a:gd name="connsiteY1" fmla="*/ 392738 h 608344"/>
              <a:gd name="connsiteX2" fmla="*/ 255039 w 510964"/>
              <a:gd name="connsiteY2" fmla="*/ 508213 h 608344"/>
              <a:gd name="connsiteX3" fmla="*/ 255531 w 510964"/>
              <a:gd name="connsiteY3" fmla="*/ 508115 h 608344"/>
              <a:gd name="connsiteX4" fmla="*/ 255925 w 510964"/>
              <a:gd name="connsiteY4" fmla="*/ 508213 h 608344"/>
              <a:gd name="connsiteX5" fmla="*/ 328231 w 510964"/>
              <a:gd name="connsiteY5" fmla="*/ 392738 h 608344"/>
              <a:gd name="connsiteX6" fmla="*/ 338278 w 510964"/>
              <a:gd name="connsiteY6" fmla="*/ 386345 h 608344"/>
              <a:gd name="connsiteX7" fmla="*/ 343795 w 510964"/>
              <a:gd name="connsiteY7" fmla="*/ 387820 h 608344"/>
              <a:gd name="connsiteX8" fmla="*/ 408023 w 510964"/>
              <a:gd name="connsiteY8" fmla="*/ 420771 h 608344"/>
              <a:gd name="connsiteX9" fmla="*/ 510964 w 510964"/>
              <a:gd name="connsiteY9" fmla="*/ 490213 h 608344"/>
              <a:gd name="connsiteX10" fmla="*/ 510964 w 510964"/>
              <a:gd name="connsiteY10" fmla="*/ 491984 h 608344"/>
              <a:gd name="connsiteX11" fmla="*/ 510964 w 510964"/>
              <a:gd name="connsiteY11" fmla="*/ 606672 h 608344"/>
              <a:gd name="connsiteX12" fmla="*/ 510964 w 510964"/>
              <a:gd name="connsiteY12" fmla="*/ 608344 h 608344"/>
              <a:gd name="connsiteX13" fmla="*/ 255925 w 510964"/>
              <a:gd name="connsiteY13" fmla="*/ 608344 h 608344"/>
              <a:gd name="connsiteX14" fmla="*/ 255531 w 510964"/>
              <a:gd name="connsiteY14" fmla="*/ 608344 h 608344"/>
              <a:gd name="connsiteX15" fmla="*/ 255039 w 510964"/>
              <a:gd name="connsiteY15" fmla="*/ 608344 h 608344"/>
              <a:gd name="connsiteX16" fmla="*/ 0 w 510964"/>
              <a:gd name="connsiteY16" fmla="*/ 608344 h 608344"/>
              <a:gd name="connsiteX17" fmla="*/ 0 w 510964"/>
              <a:gd name="connsiteY17" fmla="*/ 606672 h 608344"/>
              <a:gd name="connsiteX18" fmla="*/ 0 w 510964"/>
              <a:gd name="connsiteY18" fmla="*/ 491984 h 608344"/>
              <a:gd name="connsiteX19" fmla="*/ 0 w 510964"/>
              <a:gd name="connsiteY19" fmla="*/ 490213 h 608344"/>
              <a:gd name="connsiteX20" fmla="*/ 102941 w 510964"/>
              <a:gd name="connsiteY20" fmla="*/ 420771 h 608344"/>
              <a:gd name="connsiteX21" fmla="*/ 167169 w 510964"/>
              <a:gd name="connsiteY21" fmla="*/ 387820 h 608344"/>
              <a:gd name="connsiteX22" fmla="*/ 172784 w 510964"/>
              <a:gd name="connsiteY22" fmla="*/ 386345 h 608344"/>
              <a:gd name="connsiteX23" fmla="*/ 255517 w 510964"/>
              <a:gd name="connsiteY23" fmla="*/ 0 h 608344"/>
              <a:gd name="connsiteX24" fmla="*/ 267931 w 510964"/>
              <a:gd name="connsiteY24" fmla="*/ 3639 h 608344"/>
              <a:gd name="connsiteX25" fmla="*/ 438857 w 510964"/>
              <a:gd name="connsiteY25" fmla="*/ 87048 h 608344"/>
              <a:gd name="connsiteX26" fmla="*/ 446935 w 510964"/>
              <a:gd name="connsiteY26" fmla="*/ 96786 h 608344"/>
              <a:gd name="connsiteX27" fmla="*/ 441024 w 510964"/>
              <a:gd name="connsiteY27" fmla="*/ 105245 h 608344"/>
              <a:gd name="connsiteX28" fmla="*/ 430483 w 510964"/>
              <a:gd name="connsiteY28" fmla="*/ 110655 h 608344"/>
              <a:gd name="connsiteX29" fmla="*/ 430483 w 510964"/>
              <a:gd name="connsiteY29" fmla="*/ 165736 h 608344"/>
              <a:gd name="connsiteX30" fmla="*/ 436985 w 510964"/>
              <a:gd name="connsiteY30" fmla="*/ 176851 h 608344"/>
              <a:gd name="connsiteX31" fmla="*/ 431665 w 510964"/>
              <a:gd name="connsiteY31" fmla="*/ 186982 h 608344"/>
              <a:gd name="connsiteX32" fmla="*/ 439054 w 510964"/>
              <a:gd name="connsiteY32" fmla="*/ 227506 h 608344"/>
              <a:gd name="connsiteX33" fmla="*/ 408809 w 510964"/>
              <a:gd name="connsiteY33" fmla="*/ 227506 h 608344"/>
              <a:gd name="connsiteX34" fmla="*/ 416198 w 510964"/>
              <a:gd name="connsiteY34" fmla="*/ 186982 h 608344"/>
              <a:gd name="connsiteX35" fmla="*/ 410878 w 510964"/>
              <a:gd name="connsiteY35" fmla="*/ 176851 h 608344"/>
              <a:gd name="connsiteX36" fmla="*/ 417479 w 510964"/>
              <a:gd name="connsiteY36" fmla="*/ 165736 h 608344"/>
              <a:gd name="connsiteX37" fmla="*/ 417479 w 510964"/>
              <a:gd name="connsiteY37" fmla="*/ 116950 h 608344"/>
              <a:gd name="connsiteX38" fmla="*/ 376397 w 510964"/>
              <a:gd name="connsiteY38" fmla="*/ 136818 h 608344"/>
              <a:gd name="connsiteX39" fmla="*/ 375905 w 510964"/>
              <a:gd name="connsiteY39" fmla="*/ 157277 h 608344"/>
              <a:gd name="connsiteX40" fmla="*/ 369107 w 510964"/>
              <a:gd name="connsiteY40" fmla="*/ 201834 h 608344"/>
              <a:gd name="connsiteX41" fmla="*/ 379845 w 510964"/>
              <a:gd name="connsiteY41" fmla="*/ 226719 h 608344"/>
              <a:gd name="connsiteX42" fmla="*/ 379747 w 510964"/>
              <a:gd name="connsiteY42" fmla="*/ 227014 h 608344"/>
              <a:gd name="connsiteX43" fmla="*/ 379845 w 510964"/>
              <a:gd name="connsiteY43" fmla="*/ 228490 h 608344"/>
              <a:gd name="connsiteX44" fmla="*/ 351768 w 510964"/>
              <a:gd name="connsiteY44" fmla="*/ 279342 h 608344"/>
              <a:gd name="connsiteX45" fmla="*/ 291969 w 510964"/>
              <a:gd name="connsiteY45" fmla="*/ 351833 h 608344"/>
              <a:gd name="connsiteX46" fmla="*/ 255517 w 510964"/>
              <a:gd name="connsiteY46" fmla="*/ 360095 h 608344"/>
              <a:gd name="connsiteX47" fmla="*/ 219066 w 510964"/>
              <a:gd name="connsiteY47" fmla="*/ 351833 h 608344"/>
              <a:gd name="connsiteX48" fmla="*/ 159267 w 510964"/>
              <a:gd name="connsiteY48" fmla="*/ 279342 h 608344"/>
              <a:gd name="connsiteX49" fmla="*/ 131190 w 510964"/>
              <a:gd name="connsiteY49" fmla="*/ 228490 h 608344"/>
              <a:gd name="connsiteX50" fmla="*/ 131190 w 510964"/>
              <a:gd name="connsiteY50" fmla="*/ 227014 h 608344"/>
              <a:gd name="connsiteX51" fmla="*/ 131190 w 510964"/>
              <a:gd name="connsiteY51" fmla="*/ 226719 h 608344"/>
              <a:gd name="connsiteX52" fmla="*/ 141830 w 510964"/>
              <a:gd name="connsiteY52" fmla="*/ 201834 h 608344"/>
              <a:gd name="connsiteX53" fmla="*/ 135032 w 510964"/>
              <a:gd name="connsiteY53" fmla="*/ 157277 h 608344"/>
              <a:gd name="connsiteX54" fmla="*/ 134539 w 510964"/>
              <a:gd name="connsiteY54" fmla="*/ 136818 h 608344"/>
              <a:gd name="connsiteX55" fmla="*/ 70011 w 510964"/>
              <a:gd name="connsiteY55" fmla="*/ 105245 h 608344"/>
              <a:gd name="connsiteX56" fmla="*/ 64002 w 510964"/>
              <a:gd name="connsiteY56" fmla="*/ 96786 h 608344"/>
              <a:gd name="connsiteX57" fmla="*/ 72080 w 510964"/>
              <a:gd name="connsiteY57" fmla="*/ 87048 h 608344"/>
              <a:gd name="connsiteX58" fmla="*/ 243006 w 510964"/>
              <a:gd name="connsiteY58" fmla="*/ 3639 h 608344"/>
              <a:gd name="connsiteX59" fmla="*/ 255517 w 510964"/>
              <a:gd name="connsiteY59" fmla="*/ 0 h 608344"/>
            </a:gdLst>
            <a:ahLst/>
            <a:cxnLst/>
            <a:rect l="l" t="t" r="r" b="b"/>
            <a:pathLst>
              <a:path w="510964" h="608344">
                <a:moveTo>
                  <a:pt x="172784" y="386345"/>
                </a:moveTo>
                <a:cubicBezTo>
                  <a:pt x="177217" y="386345"/>
                  <a:pt x="180960" y="389001"/>
                  <a:pt x="182733" y="392738"/>
                </a:cubicBezTo>
                <a:cubicBezTo>
                  <a:pt x="200169" y="421853"/>
                  <a:pt x="232480" y="506640"/>
                  <a:pt x="255039" y="508213"/>
                </a:cubicBezTo>
                <a:cubicBezTo>
                  <a:pt x="255236" y="508213"/>
                  <a:pt x="255334" y="508115"/>
                  <a:pt x="255531" y="508115"/>
                </a:cubicBezTo>
                <a:cubicBezTo>
                  <a:pt x="255630" y="508115"/>
                  <a:pt x="255827" y="508213"/>
                  <a:pt x="255925" y="508213"/>
                </a:cubicBezTo>
                <a:cubicBezTo>
                  <a:pt x="278484" y="506640"/>
                  <a:pt x="310795" y="421853"/>
                  <a:pt x="328231" y="392738"/>
                </a:cubicBezTo>
                <a:cubicBezTo>
                  <a:pt x="330004" y="389001"/>
                  <a:pt x="333846" y="386345"/>
                  <a:pt x="338278" y="386345"/>
                </a:cubicBezTo>
                <a:cubicBezTo>
                  <a:pt x="340249" y="386345"/>
                  <a:pt x="342120" y="386935"/>
                  <a:pt x="343795" y="387820"/>
                </a:cubicBezTo>
                <a:cubicBezTo>
                  <a:pt x="350099" y="391263"/>
                  <a:pt x="386942" y="413197"/>
                  <a:pt x="408023" y="420771"/>
                </a:cubicBezTo>
                <a:cubicBezTo>
                  <a:pt x="479047" y="446345"/>
                  <a:pt x="510964" y="472410"/>
                  <a:pt x="510964" y="490213"/>
                </a:cubicBezTo>
                <a:lnTo>
                  <a:pt x="510964" y="491984"/>
                </a:lnTo>
                <a:lnTo>
                  <a:pt x="510964" y="606672"/>
                </a:lnTo>
                <a:lnTo>
                  <a:pt x="510964" y="608344"/>
                </a:lnTo>
                <a:lnTo>
                  <a:pt x="255925" y="608344"/>
                </a:lnTo>
                <a:lnTo>
                  <a:pt x="255531" y="608344"/>
                </a:lnTo>
                <a:lnTo>
                  <a:pt x="255039" y="608344"/>
                </a:lnTo>
                <a:lnTo>
                  <a:pt x="0" y="608344"/>
                </a:lnTo>
                <a:lnTo>
                  <a:pt x="0" y="606672"/>
                </a:lnTo>
                <a:lnTo>
                  <a:pt x="0" y="491984"/>
                </a:lnTo>
                <a:lnTo>
                  <a:pt x="0" y="490213"/>
                </a:lnTo>
                <a:cubicBezTo>
                  <a:pt x="0" y="472410"/>
                  <a:pt x="31917" y="446345"/>
                  <a:pt x="102941" y="420771"/>
                </a:cubicBezTo>
                <a:cubicBezTo>
                  <a:pt x="124121" y="413197"/>
                  <a:pt x="160865" y="391263"/>
                  <a:pt x="167169" y="387820"/>
                </a:cubicBezTo>
                <a:cubicBezTo>
                  <a:pt x="168844" y="386935"/>
                  <a:pt x="170715" y="386345"/>
                  <a:pt x="172784" y="386345"/>
                </a:cubicBezTo>
                <a:close/>
                <a:moveTo>
                  <a:pt x="255517" y="0"/>
                </a:moveTo>
                <a:cubicBezTo>
                  <a:pt x="258966" y="295"/>
                  <a:pt x="263005" y="1279"/>
                  <a:pt x="267931" y="3639"/>
                </a:cubicBezTo>
                <a:cubicBezTo>
                  <a:pt x="279260" y="9049"/>
                  <a:pt x="393933" y="65016"/>
                  <a:pt x="438857" y="87048"/>
                </a:cubicBezTo>
                <a:cubicBezTo>
                  <a:pt x="445162" y="90098"/>
                  <a:pt x="447526" y="93540"/>
                  <a:pt x="446935" y="96786"/>
                </a:cubicBezTo>
                <a:cubicBezTo>
                  <a:pt x="447427" y="99933"/>
                  <a:pt x="445162" y="102884"/>
                  <a:pt x="441024" y="105245"/>
                </a:cubicBezTo>
                <a:cubicBezTo>
                  <a:pt x="439448" y="106130"/>
                  <a:pt x="435605" y="108097"/>
                  <a:pt x="430483" y="110655"/>
                </a:cubicBezTo>
                <a:lnTo>
                  <a:pt x="430483" y="165736"/>
                </a:lnTo>
                <a:cubicBezTo>
                  <a:pt x="434325" y="167998"/>
                  <a:pt x="436985" y="172031"/>
                  <a:pt x="436985" y="176851"/>
                </a:cubicBezTo>
                <a:cubicBezTo>
                  <a:pt x="436985" y="181080"/>
                  <a:pt x="434817" y="184621"/>
                  <a:pt x="431665" y="186982"/>
                </a:cubicBezTo>
                <a:cubicBezTo>
                  <a:pt x="431665" y="186982"/>
                  <a:pt x="437576" y="220129"/>
                  <a:pt x="439054" y="227506"/>
                </a:cubicBezTo>
                <a:cubicBezTo>
                  <a:pt x="440630" y="234883"/>
                  <a:pt x="407036" y="236654"/>
                  <a:pt x="408809" y="227506"/>
                </a:cubicBezTo>
                <a:cubicBezTo>
                  <a:pt x="410582" y="218260"/>
                  <a:pt x="416198" y="186982"/>
                  <a:pt x="416198" y="186982"/>
                </a:cubicBezTo>
                <a:cubicBezTo>
                  <a:pt x="413045" y="184621"/>
                  <a:pt x="410878" y="181080"/>
                  <a:pt x="410878" y="176851"/>
                </a:cubicBezTo>
                <a:cubicBezTo>
                  <a:pt x="410878" y="172031"/>
                  <a:pt x="413636" y="167998"/>
                  <a:pt x="417479" y="165736"/>
                </a:cubicBezTo>
                <a:lnTo>
                  <a:pt x="417479" y="116950"/>
                </a:lnTo>
                <a:cubicBezTo>
                  <a:pt x="403588" y="123737"/>
                  <a:pt x="386938" y="131802"/>
                  <a:pt x="376397" y="136818"/>
                </a:cubicBezTo>
                <a:cubicBezTo>
                  <a:pt x="376299" y="144294"/>
                  <a:pt x="376200" y="157080"/>
                  <a:pt x="375905" y="157277"/>
                </a:cubicBezTo>
                <a:cubicBezTo>
                  <a:pt x="373836" y="175670"/>
                  <a:pt x="370191" y="196031"/>
                  <a:pt x="369107" y="201834"/>
                </a:cubicBezTo>
                <a:cubicBezTo>
                  <a:pt x="370880" y="202719"/>
                  <a:pt x="379845" y="208621"/>
                  <a:pt x="379845" y="226719"/>
                </a:cubicBezTo>
                <a:cubicBezTo>
                  <a:pt x="379845" y="226818"/>
                  <a:pt x="379747" y="226916"/>
                  <a:pt x="379747" y="227014"/>
                </a:cubicBezTo>
                <a:cubicBezTo>
                  <a:pt x="379845" y="227506"/>
                  <a:pt x="379845" y="227998"/>
                  <a:pt x="379845" y="228490"/>
                </a:cubicBezTo>
                <a:cubicBezTo>
                  <a:pt x="376003" y="278948"/>
                  <a:pt x="355906" y="257211"/>
                  <a:pt x="351768" y="279342"/>
                </a:cubicBezTo>
                <a:cubicBezTo>
                  <a:pt x="344872" y="316030"/>
                  <a:pt x="312263" y="342587"/>
                  <a:pt x="291969" y="351833"/>
                </a:cubicBezTo>
                <a:cubicBezTo>
                  <a:pt x="280245" y="357144"/>
                  <a:pt x="268128" y="359800"/>
                  <a:pt x="255517" y="360095"/>
                </a:cubicBezTo>
                <a:cubicBezTo>
                  <a:pt x="242809" y="359800"/>
                  <a:pt x="230790" y="357144"/>
                  <a:pt x="219066" y="351833"/>
                </a:cubicBezTo>
                <a:cubicBezTo>
                  <a:pt x="198772" y="342587"/>
                  <a:pt x="166163" y="316030"/>
                  <a:pt x="159267" y="279342"/>
                </a:cubicBezTo>
                <a:cubicBezTo>
                  <a:pt x="155129" y="257211"/>
                  <a:pt x="135032" y="278948"/>
                  <a:pt x="131190" y="228490"/>
                </a:cubicBezTo>
                <a:cubicBezTo>
                  <a:pt x="131190" y="227998"/>
                  <a:pt x="131190" y="227506"/>
                  <a:pt x="131190" y="227014"/>
                </a:cubicBezTo>
                <a:cubicBezTo>
                  <a:pt x="131190" y="226916"/>
                  <a:pt x="131190" y="226818"/>
                  <a:pt x="131190" y="226719"/>
                </a:cubicBezTo>
                <a:cubicBezTo>
                  <a:pt x="131190" y="208621"/>
                  <a:pt x="140056" y="202719"/>
                  <a:pt x="141830" y="201834"/>
                </a:cubicBezTo>
                <a:cubicBezTo>
                  <a:pt x="140844" y="196031"/>
                  <a:pt x="137199" y="175670"/>
                  <a:pt x="135032" y="157277"/>
                </a:cubicBezTo>
                <a:cubicBezTo>
                  <a:pt x="134835" y="157080"/>
                  <a:pt x="134638" y="144294"/>
                  <a:pt x="134539" y="136818"/>
                </a:cubicBezTo>
                <a:cubicBezTo>
                  <a:pt x="115427" y="127671"/>
                  <a:pt x="75824" y="108589"/>
                  <a:pt x="70011" y="105245"/>
                </a:cubicBezTo>
                <a:cubicBezTo>
                  <a:pt x="65775" y="102884"/>
                  <a:pt x="63608" y="99933"/>
                  <a:pt x="64002" y="96786"/>
                </a:cubicBezTo>
                <a:cubicBezTo>
                  <a:pt x="63509" y="93540"/>
                  <a:pt x="65775" y="90098"/>
                  <a:pt x="72080" y="87048"/>
                </a:cubicBezTo>
                <a:cubicBezTo>
                  <a:pt x="117102" y="65016"/>
                  <a:pt x="231677" y="9049"/>
                  <a:pt x="243006" y="3639"/>
                </a:cubicBezTo>
                <a:cubicBezTo>
                  <a:pt x="247932" y="1279"/>
                  <a:pt x="252069" y="295"/>
                  <a:pt x="255517" y="0"/>
                </a:cubicBezTo>
                <a:close/>
              </a:path>
            </a:pathLst>
          </a:custGeom>
          <a:solidFill>
            <a:srgbClr val="344778"/>
          </a:solidFill>
          <a:ln>
            <a:noFill/>
          </a:ln>
        </p:spPr>
        <p:txBody>
          <a:bodyPr lIns="81382" tIns="40691" rIns="81382" bIns="40691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6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12" name="觅知网-不倒翁ID:189359941"/>
          <p:cNvSpPr>
            <a:spLocks noGrp="1"/>
          </p:cNvSpPr>
          <p:nvPr/>
        </p:nvSpPr>
        <p:spPr>
          <a:xfrm>
            <a:off x="3782322" y="5308420"/>
            <a:ext cx="164418" cy="328719"/>
          </a:xfrm>
          <a:prstGeom prst="rect">
            <a:avLst/>
          </a:prstGeom>
          <a:noFill/>
        </p:spPr>
        <p:txBody>
          <a:bodyPr wrap="none" lIns="81382" tIns="40691" rIns="81382" bIns="40691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6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17" name="觅知网-不倒翁ID:189359941"/>
          <p:cNvSpPr>
            <a:spLocks noGrp="1"/>
          </p:cNvSpPr>
          <p:nvPr/>
        </p:nvSpPr>
        <p:spPr>
          <a:xfrm>
            <a:off x="7953611" y="5291760"/>
            <a:ext cx="1350214" cy="325222"/>
          </a:xfrm>
          <a:prstGeom prst="rect">
            <a:avLst/>
          </a:prstGeom>
          <a:noFill/>
        </p:spPr>
        <p:txBody>
          <a:bodyPr wrap="none" lIns="81382" tIns="40691" rIns="81382" bIns="40691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班级：25 UX</a:t>
            </a:r>
            <a:endParaRPr sz="16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觅知网-不倒翁ID:189359941"/>
          <p:cNvSpPr>
            <a:spLocks noGrp="1"/>
          </p:cNvSpPr>
          <p:nvPr/>
        </p:nvSpPr>
        <p:spPr>
          <a:xfrm>
            <a:off x="7685832" y="5309205"/>
            <a:ext cx="307621" cy="250993"/>
          </a:xfrm>
          <a:custGeom>
            <a:avLst/>
            <a:gdLst>
              <a:gd name="connsiteX0" fmla="*/ 508188 w 609120"/>
              <a:gd name="connsiteY0" fmla="*/ 388434 h 496992"/>
              <a:gd name="connsiteX1" fmla="*/ 508188 w 609120"/>
              <a:gd name="connsiteY1" fmla="*/ 438152 h 496992"/>
              <a:gd name="connsiteX2" fmla="*/ 557983 w 609120"/>
              <a:gd name="connsiteY2" fmla="*/ 438152 h 496992"/>
              <a:gd name="connsiteX3" fmla="*/ 557983 w 609120"/>
              <a:gd name="connsiteY3" fmla="*/ 388434 h 496992"/>
              <a:gd name="connsiteX4" fmla="*/ 51136 w 609120"/>
              <a:gd name="connsiteY4" fmla="*/ 388434 h 496992"/>
              <a:gd name="connsiteX5" fmla="*/ 51136 w 609120"/>
              <a:gd name="connsiteY5" fmla="*/ 438152 h 496992"/>
              <a:gd name="connsiteX6" fmla="*/ 100931 w 609120"/>
              <a:gd name="connsiteY6" fmla="*/ 438152 h 496992"/>
              <a:gd name="connsiteX7" fmla="*/ 100931 w 609120"/>
              <a:gd name="connsiteY7" fmla="*/ 388434 h 496992"/>
              <a:gd name="connsiteX8" fmla="*/ 508188 w 609120"/>
              <a:gd name="connsiteY8" fmla="*/ 314770 h 496992"/>
              <a:gd name="connsiteX9" fmla="*/ 508188 w 609120"/>
              <a:gd name="connsiteY9" fmla="*/ 364430 h 496992"/>
              <a:gd name="connsiteX10" fmla="*/ 557983 w 609120"/>
              <a:gd name="connsiteY10" fmla="*/ 364430 h 496992"/>
              <a:gd name="connsiteX11" fmla="*/ 557983 w 609120"/>
              <a:gd name="connsiteY11" fmla="*/ 314770 h 496992"/>
              <a:gd name="connsiteX12" fmla="*/ 51136 w 609120"/>
              <a:gd name="connsiteY12" fmla="*/ 314770 h 496992"/>
              <a:gd name="connsiteX13" fmla="*/ 51136 w 609120"/>
              <a:gd name="connsiteY13" fmla="*/ 364430 h 496992"/>
              <a:gd name="connsiteX14" fmla="*/ 100931 w 609120"/>
              <a:gd name="connsiteY14" fmla="*/ 364430 h 496992"/>
              <a:gd name="connsiteX15" fmla="*/ 100931 w 609120"/>
              <a:gd name="connsiteY15" fmla="*/ 314770 h 496992"/>
              <a:gd name="connsiteX16" fmla="*/ 354456 w 609120"/>
              <a:gd name="connsiteY16" fmla="*/ 314763 h 496992"/>
              <a:gd name="connsiteX17" fmla="*/ 354456 w 609120"/>
              <a:gd name="connsiteY17" fmla="*/ 364425 h 496992"/>
              <a:gd name="connsiteX18" fmla="*/ 404189 w 609120"/>
              <a:gd name="connsiteY18" fmla="*/ 364425 h 496992"/>
              <a:gd name="connsiteX19" fmla="*/ 404189 w 609120"/>
              <a:gd name="connsiteY19" fmla="*/ 314763 h 496992"/>
              <a:gd name="connsiteX20" fmla="*/ 279770 w 609120"/>
              <a:gd name="connsiteY20" fmla="*/ 314763 h 496992"/>
              <a:gd name="connsiteX21" fmla="*/ 279770 w 609120"/>
              <a:gd name="connsiteY21" fmla="*/ 364425 h 496992"/>
              <a:gd name="connsiteX22" fmla="*/ 329561 w 609120"/>
              <a:gd name="connsiteY22" fmla="*/ 364425 h 496992"/>
              <a:gd name="connsiteX23" fmla="*/ 329561 w 609120"/>
              <a:gd name="connsiteY23" fmla="*/ 314763 h 496992"/>
              <a:gd name="connsiteX24" fmla="*/ 205085 w 609120"/>
              <a:gd name="connsiteY24" fmla="*/ 314763 h 496992"/>
              <a:gd name="connsiteX25" fmla="*/ 205085 w 609120"/>
              <a:gd name="connsiteY25" fmla="*/ 364425 h 496992"/>
              <a:gd name="connsiteX26" fmla="*/ 254875 w 609120"/>
              <a:gd name="connsiteY26" fmla="*/ 364425 h 496992"/>
              <a:gd name="connsiteX27" fmla="*/ 254875 w 609120"/>
              <a:gd name="connsiteY27" fmla="*/ 314763 h 496992"/>
              <a:gd name="connsiteX28" fmla="*/ 469471 w 609120"/>
              <a:gd name="connsiteY28" fmla="*/ 288542 h 496992"/>
              <a:gd name="connsiteX29" fmla="*/ 596700 w 609120"/>
              <a:gd name="connsiteY29" fmla="*/ 288542 h 496992"/>
              <a:gd name="connsiteX30" fmla="*/ 596700 w 609120"/>
              <a:gd name="connsiteY30" fmla="*/ 496992 h 496992"/>
              <a:gd name="connsiteX31" fmla="*/ 469471 w 609120"/>
              <a:gd name="connsiteY31" fmla="*/ 496992 h 496992"/>
              <a:gd name="connsiteX32" fmla="*/ 12419 w 609120"/>
              <a:gd name="connsiteY32" fmla="*/ 288542 h 496992"/>
              <a:gd name="connsiteX33" fmla="*/ 139648 w 609120"/>
              <a:gd name="connsiteY33" fmla="*/ 288542 h 496992"/>
              <a:gd name="connsiteX34" fmla="*/ 139648 w 609120"/>
              <a:gd name="connsiteY34" fmla="*/ 496992 h 496992"/>
              <a:gd name="connsiteX35" fmla="*/ 12419 w 609120"/>
              <a:gd name="connsiteY35" fmla="*/ 496992 h 496992"/>
              <a:gd name="connsiteX36" fmla="*/ 469471 w 609120"/>
              <a:gd name="connsiteY36" fmla="*/ 257070 h 496992"/>
              <a:gd name="connsiteX37" fmla="*/ 609120 w 609120"/>
              <a:gd name="connsiteY37" fmla="*/ 257070 h 496992"/>
              <a:gd name="connsiteX38" fmla="*/ 609120 w 609120"/>
              <a:gd name="connsiteY38" fmla="*/ 271959 h 496992"/>
              <a:gd name="connsiteX39" fmla="*/ 469471 w 609120"/>
              <a:gd name="connsiteY39" fmla="*/ 271959 h 496992"/>
              <a:gd name="connsiteX40" fmla="*/ 0 w 609120"/>
              <a:gd name="connsiteY40" fmla="*/ 257070 h 496992"/>
              <a:gd name="connsiteX41" fmla="*/ 139649 w 609120"/>
              <a:gd name="connsiteY41" fmla="*/ 257070 h 496992"/>
              <a:gd name="connsiteX42" fmla="*/ 139649 w 609120"/>
              <a:gd name="connsiteY42" fmla="*/ 271959 h 496992"/>
              <a:gd name="connsiteX43" fmla="*/ 0 w 609120"/>
              <a:gd name="connsiteY43" fmla="*/ 271959 h 496992"/>
              <a:gd name="connsiteX44" fmla="*/ 354456 w 609120"/>
              <a:gd name="connsiteY44" fmla="*/ 240183 h 496992"/>
              <a:gd name="connsiteX45" fmla="*/ 354456 w 609120"/>
              <a:gd name="connsiteY45" fmla="*/ 289903 h 496992"/>
              <a:gd name="connsiteX46" fmla="*/ 404189 w 609120"/>
              <a:gd name="connsiteY46" fmla="*/ 289903 h 496992"/>
              <a:gd name="connsiteX47" fmla="*/ 404189 w 609120"/>
              <a:gd name="connsiteY47" fmla="*/ 240183 h 496992"/>
              <a:gd name="connsiteX48" fmla="*/ 279770 w 609120"/>
              <a:gd name="connsiteY48" fmla="*/ 240183 h 496992"/>
              <a:gd name="connsiteX49" fmla="*/ 279770 w 609120"/>
              <a:gd name="connsiteY49" fmla="*/ 289903 h 496992"/>
              <a:gd name="connsiteX50" fmla="*/ 329561 w 609120"/>
              <a:gd name="connsiteY50" fmla="*/ 289903 h 496992"/>
              <a:gd name="connsiteX51" fmla="*/ 329561 w 609120"/>
              <a:gd name="connsiteY51" fmla="*/ 240183 h 496992"/>
              <a:gd name="connsiteX52" fmla="*/ 205085 w 609120"/>
              <a:gd name="connsiteY52" fmla="*/ 240183 h 496992"/>
              <a:gd name="connsiteX53" fmla="*/ 205085 w 609120"/>
              <a:gd name="connsiteY53" fmla="*/ 289903 h 496992"/>
              <a:gd name="connsiteX54" fmla="*/ 254875 w 609120"/>
              <a:gd name="connsiteY54" fmla="*/ 289903 h 496992"/>
              <a:gd name="connsiteX55" fmla="*/ 254875 w 609120"/>
              <a:gd name="connsiteY55" fmla="*/ 240183 h 496992"/>
              <a:gd name="connsiteX56" fmla="*/ 354456 w 609120"/>
              <a:gd name="connsiteY56" fmla="*/ 165603 h 496992"/>
              <a:gd name="connsiteX57" fmla="*/ 354456 w 609120"/>
              <a:gd name="connsiteY57" fmla="*/ 215323 h 496992"/>
              <a:gd name="connsiteX58" fmla="*/ 404189 w 609120"/>
              <a:gd name="connsiteY58" fmla="*/ 215323 h 496992"/>
              <a:gd name="connsiteX59" fmla="*/ 404189 w 609120"/>
              <a:gd name="connsiteY59" fmla="*/ 165603 h 496992"/>
              <a:gd name="connsiteX60" fmla="*/ 279770 w 609120"/>
              <a:gd name="connsiteY60" fmla="*/ 165603 h 496992"/>
              <a:gd name="connsiteX61" fmla="*/ 279770 w 609120"/>
              <a:gd name="connsiteY61" fmla="*/ 215323 h 496992"/>
              <a:gd name="connsiteX62" fmla="*/ 329561 w 609120"/>
              <a:gd name="connsiteY62" fmla="*/ 215323 h 496992"/>
              <a:gd name="connsiteX63" fmla="*/ 329561 w 609120"/>
              <a:gd name="connsiteY63" fmla="*/ 165603 h 496992"/>
              <a:gd name="connsiteX64" fmla="*/ 205085 w 609120"/>
              <a:gd name="connsiteY64" fmla="*/ 165603 h 496992"/>
              <a:gd name="connsiteX65" fmla="*/ 205085 w 609120"/>
              <a:gd name="connsiteY65" fmla="*/ 215323 h 496992"/>
              <a:gd name="connsiteX66" fmla="*/ 254875 w 609120"/>
              <a:gd name="connsiteY66" fmla="*/ 215323 h 496992"/>
              <a:gd name="connsiteX67" fmla="*/ 254875 w 609120"/>
              <a:gd name="connsiteY67" fmla="*/ 165603 h 496992"/>
              <a:gd name="connsiteX68" fmla="*/ 304666 w 609120"/>
              <a:gd name="connsiteY68" fmla="*/ 50313 h 496992"/>
              <a:gd name="connsiteX69" fmla="*/ 446043 w 609120"/>
              <a:gd name="connsiteY69" fmla="*/ 144792 h 496992"/>
              <a:gd name="connsiteX70" fmla="*/ 446043 w 609120"/>
              <a:gd name="connsiteY70" fmla="*/ 496992 h 496992"/>
              <a:gd name="connsiteX71" fmla="*/ 346119 w 609120"/>
              <a:gd name="connsiteY71" fmla="*/ 496992 h 496992"/>
              <a:gd name="connsiteX72" fmla="*/ 346119 w 609120"/>
              <a:gd name="connsiteY72" fmla="*/ 381018 h 496992"/>
              <a:gd name="connsiteX73" fmla="*/ 263154 w 609120"/>
              <a:gd name="connsiteY73" fmla="*/ 381018 h 496992"/>
              <a:gd name="connsiteX74" fmla="*/ 263154 w 609120"/>
              <a:gd name="connsiteY74" fmla="*/ 496992 h 496992"/>
              <a:gd name="connsiteX75" fmla="*/ 163288 w 609120"/>
              <a:gd name="connsiteY75" fmla="*/ 496992 h 496992"/>
              <a:gd name="connsiteX76" fmla="*/ 163288 w 609120"/>
              <a:gd name="connsiteY76" fmla="*/ 144792 h 496992"/>
              <a:gd name="connsiteX77" fmla="*/ 304666 w 609120"/>
              <a:gd name="connsiteY77" fmla="*/ 0 h 496992"/>
              <a:gd name="connsiteX78" fmla="*/ 501719 w 609120"/>
              <a:gd name="connsiteY78" fmla="*/ 131040 h 496992"/>
              <a:gd name="connsiteX79" fmla="*/ 455296 w 609120"/>
              <a:gd name="connsiteY79" fmla="*/ 131040 h 496992"/>
              <a:gd name="connsiteX80" fmla="*/ 309291 w 609120"/>
              <a:gd name="connsiteY80" fmla="*/ 33473 h 496992"/>
              <a:gd name="connsiteX81" fmla="*/ 300040 w 609120"/>
              <a:gd name="connsiteY81" fmla="*/ 33473 h 496992"/>
              <a:gd name="connsiteX82" fmla="*/ 154035 w 609120"/>
              <a:gd name="connsiteY82" fmla="*/ 131040 h 496992"/>
              <a:gd name="connsiteX83" fmla="*/ 107612 w 609120"/>
              <a:gd name="connsiteY83" fmla="*/ 131040 h 496992"/>
            </a:gdLst>
            <a:ahLst/>
            <a:cxnLst/>
            <a:rect l="l" t="t" r="r" b="b"/>
            <a:pathLst>
              <a:path w="609120" h="496992">
                <a:moveTo>
                  <a:pt x="508188" y="388434"/>
                </a:moveTo>
                <a:lnTo>
                  <a:pt x="508188" y="438152"/>
                </a:lnTo>
                <a:lnTo>
                  <a:pt x="557983" y="438152"/>
                </a:lnTo>
                <a:lnTo>
                  <a:pt x="557983" y="388434"/>
                </a:lnTo>
                <a:close/>
                <a:moveTo>
                  <a:pt x="51136" y="388434"/>
                </a:moveTo>
                <a:lnTo>
                  <a:pt x="51136" y="438152"/>
                </a:lnTo>
                <a:lnTo>
                  <a:pt x="100931" y="438152"/>
                </a:lnTo>
                <a:lnTo>
                  <a:pt x="100931" y="388434"/>
                </a:lnTo>
                <a:close/>
                <a:moveTo>
                  <a:pt x="508188" y="314770"/>
                </a:moveTo>
                <a:lnTo>
                  <a:pt x="508188" y="364430"/>
                </a:lnTo>
                <a:lnTo>
                  <a:pt x="557983" y="364430"/>
                </a:lnTo>
                <a:lnTo>
                  <a:pt x="557983" y="314770"/>
                </a:lnTo>
                <a:close/>
                <a:moveTo>
                  <a:pt x="51136" y="314770"/>
                </a:moveTo>
                <a:lnTo>
                  <a:pt x="51136" y="364430"/>
                </a:lnTo>
                <a:lnTo>
                  <a:pt x="100931" y="364430"/>
                </a:lnTo>
                <a:lnTo>
                  <a:pt x="100931" y="314770"/>
                </a:lnTo>
                <a:close/>
                <a:moveTo>
                  <a:pt x="354456" y="314763"/>
                </a:moveTo>
                <a:lnTo>
                  <a:pt x="354456" y="364425"/>
                </a:lnTo>
                <a:lnTo>
                  <a:pt x="404189" y="364425"/>
                </a:lnTo>
                <a:lnTo>
                  <a:pt x="404189" y="314763"/>
                </a:lnTo>
                <a:close/>
                <a:moveTo>
                  <a:pt x="279770" y="314763"/>
                </a:moveTo>
                <a:lnTo>
                  <a:pt x="279770" y="364425"/>
                </a:lnTo>
                <a:lnTo>
                  <a:pt x="329561" y="364425"/>
                </a:lnTo>
                <a:lnTo>
                  <a:pt x="329561" y="314763"/>
                </a:lnTo>
                <a:close/>
                <a:moveTo>
                  <a:pt x="205085" y="314763"/>
                </a:moveTo>
                <a:lnTo>
                  <a:pt x="205085" y="364425"/>
                </a:lnTo>
                <a:lnTo>
                  <a:pt x="254875" y="364425"/>
                </a:lnTo>
                <a:lnTo>
                  <a:pt x="254875" y="314763"/>
                </a:lnTo>
                <a:close/>
                <a:moveTo>
                  <a:pt x="469471" y="288542"/>
                </a:moveTo>
                <a:lnTo>
                  <a:pt x="596700" y="288542"/>
                </a:lnTo>
                <a:lnTo>
                  <a:pt x="596700" y="496992"/>
                </a:lnTo>
                <a:lnTo>
                  <a:pt x="469471" y="496992"/>
                </a:lnTo>
                <a:close/>
                <a:moveTo>
                  <a:pt x="12419" y="288542"/>
                </a:moveTo>
                <a:lnTo>
                  <a:pt x="139648" y="288542"/>
                </a:lnTo>
                <a:lnTo>
                  <a:pt x="139648" y="496992"/>
                </a:lnTo>
                <a:lnTo>
                  <a:pt x="12419" y="496992"/>
                </a:lnTo>
                <a:close/>
                <a:moveTo>
                  <a:pt x="469471" y="257070"/>
                </a:moveTo>
                <a:lnTo>
                  <a:pt x="609120" y="257070"/>
                </a:lnTo>
                <a:lnTo>
                  <a:pt x="609120" y="271959"/>
                </a:lnTo>
                <a:lnTo>
                  <a:pt x="469471" y="271959"/>
                </a:lnTo>
                <a:close/>
                <a:moveTo>
                  <a:pt x="0" y="257070"/>
                </a:moveTo>
                <a:lnTo>
                  <a:pt x="139649" y="257070"/>
                </a:lnTo>
                <a:lnTo>
                  <a:pt x="139649" y="271959"/>
                </a:lnTo>
                <a:lnTo>
                  <a:pt x="0" y="271959"/>
                </a:lnTo>
                <a:close/>
                <a:moveTo>
                  <a:pt x="354456" y="240183"/>
                </a:moveTo>
                <a:lnTo>
                  <a:pt x="354456" y="289903"/>
                </a:lnTo>
                <a:lnTo>
                  <a:pt x="404189" y="289903"/>
                </a:lnTo>
                <a:lnTo>
                  <a:pt x="404189" y="240183"/>
                </a:lnTo>
                <a:close/>
                <a:moveTo>
                  <a:pt x="279770" y="240183"/>
                </a:moveTo>
                <a:lnTo>
                  <a:pt x="279770" y="289903"/>
                </a:lnTo>
                <a:lnTo>
                  <a:pt x="329561" y="289903"/>
                </a:lnTo>
                <a:lnTo>
                  <a:pt x="329561" y="240183"/>
                </a:lnTo>
                <a:close/>
                <a:moveTo>
                  <a:pt x="205085" y="240183"/>
                </a:moveTo>
                <a:lnTo>
                  <a:pt x="205085" y="289903"/>
                </a:lnTo>
                <a:lnTo>
                  <a:pt x="254875" y="289903"/>
                </a:lnTo>
                <a:lnTo>
                  <a:pt x="254875" y="240183"/>
                </a:lnTo>
                <a:close/>
                <a:moveTo>
                  <a:pt x="354456" y="165603"/>
                </a:moveTo>
                <a:lnTo>
                  <a:pt x="354456" y="215323"/>
                </a:lnTo>
                <a:lnTo>
                  <a:pt x="404189" y="215323"/>
                </a:lnTo>
                <a:lnTo>
                  <a:pt x="404189" y="165603"/>
                </a:lnTo>
                <a:close/>
                <a:moveTo>
                  <a:pt x="279770" y="165603"/>
                </a:moveTo>
                <a:lnTo>
                  <a:pt x="279770" y="215323"/>
                </a:lnTo>
                <a:lnTo>
                  <a:pt x="329561" y="215323"/>
                </a:lnTo>
                <a:lnTo>
                  <a:pt x="329561" y="165603"/>
                </a:lnTo>
                <a:close/>
                <a:moveTo>
                  <a:pt x="205085" y="165603"/>
                </a:moveTo>
                <a:lnTo>
                  <a:pt x="205085" y="215323"/>
                </a:lnTo>
                <a:lnTo>
                  <a:pt x="254875" y="215323"/>
                </a:lnTo>
                <a:lnTo>
                  <a:pt x="254875" y="165603"/>
                </a:lnTo>
                <a:close/>
                <a:moveTo>
                  <a:pt x="304666" y="50313"/>
                </a:moveTo>
                <a:lnTo>
                  <a:pt x="446043" y="144792"/>
                </a:lnTo>
                <a:lnTo>
                  <a:pt x="446043" y="496992"/>
                </a:lnTo>
                <a:lnTo>
                  <a:pt x="346119" y="496992"/>
                </a:lnTo>
                <a:lnTo>
                  <a:pt x="346119" y="381018"/>
                </a:lnTo>
                <a:lnTo>
                  <a:pt x="263154" y="381018"/>
                </a:lnTo>
                <a:lnTo>
                  <a:pt x="263154" y="496992"/>
                </a:lnTo>
                <a:lnTo>
                  <a:pt x="163288" y="496992"/>
                </a:lnTo>
                <a:lnTo>
                  <a:pt x="163288" y="144792"/>
                </a:lnTo>
                <a:close/>
                <a:moveTo>
                  <a:pt x="304666" y="0"/>
                </a:moveTo>
                <a:lnTo>
                  <a:pt x="501719" y="131040"/>
                </a:lnTo>
                <a:lnTo>
                  <a:pt x="455296" y="131040"/>
                </a:lnTo>
                <a:lnTo>
                  <a:pt x="309291" y="33473"/>
                </a:lnTo>
                <a:lnTo>
                  <a:pt x="300040" y="33473"/>
                </a:lnTo>
                <a:lnTo>
                  <a:pt x="154035" y="131040"/>
                </a:lnTo>
                <a:lnTo>
                  <a:pt x="107612" y="131040"/>
                </a:lnTo>
                <a:close/>
              </a:path>
            </a:pathLst>
          </a:custGeom>
          <a:solidFill>
            <a:srgbClr val="344778"/>
          </a:solidFill>
          <a:ln>
            <a:noFill/>
          </a:ln>
        </p:spPr>
        <p:txBody>
          <a:bodyPr lIns="81382" tIns="40691" rIns="81382" bIns="40691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6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19" name="觅知网-不倒翁ID:189359941"/>
          <p:cNvSpPr>
            <a:spLocks noGrp="1"/>
          </p:cNvSpPr>
          <p:nvPr/>
        </p:nvSpPr>
        <p:spPr>
          <a:xfrm>
            <a:off x="8536974" y="5301883"/>
            <a:ext cx="164418" cy="328719"/>
          </a:xfrm>
          <a:prstGeom prst="rect">
            <a:avLst/>
          </a:prstGeom>
          <a:noFill/>
        </p:spPr>
        <p:txBody>
          <a:bodyPr wrap="none" lIns="81382" tIns="40691" rIns="81382" bIns="40691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6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21" name="觅知网-不倒翁ID:189359941"/>
          <p:cNvSpPr>
            <a:spLocks noGrp="1"/>
          </p:cNvSpPr>
          <p:nvPr/>
        </p:nvSpPr>
        <p:spPr>
          <a:xfrm>
            <a:off x="5514819" y="5296822"/>
            <a:ext cx="1410539" cy="325222"/>
          </a:xfrm>
          <a:prstGeom prst="rect">
            <a:avLst/>
          </a:prstGeom>
          <a:noFill/>
        </p:spPr>
        <p:txBody>
          <a:bodyPr wrap="none" lIns="81382" tIns="40691" rIns="81382" bIns="40691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导师：郑先隽</a:t>
            </a:r>
            <a:endParaRPr sz="16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觅知网-不倒翁ID:189359941"/>
          <p:cNvSpPr>
            <a:spLocks noGrp="1"/>
          </p:cNvSpPr>
          <p:nvPr/>
        </p:nvSpPr>
        <p:spPr>
          <a:xfrm>
            <a:off x="5328200" y="5306119"/>
            <a:ext cx="182447" cy="310112"/>
          </a:xfrm>
          <a:custGeom>
            <a:avLst/>
            <a:gdLst>
              <a:gd name="connsiteX0" fmla="*/ 807406 w 902825"/>
              <a:gd name="connsiteY0" fmla="*/ 857229 h 1534562"/>
              <a:gd name="connsiteX1" fmla="*/ 95402 w 902825"/>
              <a:gd name="connsiteY1" fmla="*/ 857229 h 1534562"/>
              <a:gd name="connsiteX2" fmla="*/ 11031 w 902825"/>
              <a:gd name="connsiteY2" fmla="*/ 779590 h 1534562"/>
              <a:gd name="connsiteX3" fmla="*/ 151 w 902825"/>
              <a:gd name="connsiteY3" fmla="*/ 649076 h 1534562"/>
              <a:gd name="connsiteX4" fmla="*/ 42337 w 902825"/>
              <a:gd name="connsiteY4" fmla="*/ 603229 h 1534562"/>
              <a:gd name="connsiteX5" fmla="*/ 860492 w 902825"/>
              <a:gd name="connsiteY5" fmla="*/ 603229 h 1534562"/>
              <a:gd name="connsiteX6" fmla="*/ 902677 w 902825"/>
              <a:gd name="connsiteY6" fmla="*/ 649076 h 1534562"/>
              <a:gd name="connsiteX7" fmla="*/ 891797 w 902825"/>
              <a:gd name="connsiteY7" fmla="*/ 779590 h 1534562"/>
              <a:gd name="connsiteX8" fmla="*/ 807406 w 902825"/>
              <a:gd name="connsiteY8" fmla="*/ 857229 h 1534562"/>
              <a:gd name="connsiteX9" fmla="*/ 800654 w 902825"/>
              <a:gd name="connsiteY9" fmla="*/ 899562 h 1534562"/>
              <a:gd name="connsiteX10" fmla="*/ 102154 w 902825"/>
              <a:gd name="connsiteY10" fmla="*/ 899562 h 1534562"/>
              <a:gd name="connsiteX11" fmla="*/ 186820 w 902825"/>
              <a:gd name="connsiteY11" fmla="*/ 1534562 h 1534562"/>
              <a:gd name="connsiteX12" fmla="*/ 715987 w 902825"/>
              <a:gd name="connsiteY12" fmla="*/ 1534562 h 1534562"/>
              <a:gd name="connsiteX13" fmla="*/ 800654 w 902825"/>
              <a:gd name="connsiteY13" fmla="*/ 899562 h 1534562"/>
              <a:gd name="connsiteX14" fmla="*/ 455023 w 902825"/>
              <a:gd name="connsiteY14" fmla="*/ 285496 h 1534562"/>
              <a:gd name="connsiteX15" fmla="*/ 597771 w 902825"/>
              <a:gd name="connsiteY15" fmla="*/ 142748 h 1534562"/>
              <a:gd name="connsiteX16" fmla="*/ 455023 w 902825"/>
              <a:gd name="connsiteY16" fmla="*/ 0 h 1534562"/>
              <a:gd name="connsiteX17" fmla="*/ 312275 w 902825"/>
              <a:gd name="connsiteY17" fmla="*/ 142748 h 1534562"/>
              <a:gd name="connsiteX18" fmla="*/ 455023 w 902825"/>
              <a:gd name="connsiteY18" fmla="*/ 285496 h 1534562"/>
              <a:gd name="connsiteX19" fmla="*/ 779487 w 902825"/>
              <a:gd name="connsiteY19" fmla="*/ 560896 h 1534562"/>
              <a:gd name="connsiteX20" fmla="*/ 748224 w 902825"/>
              <a:gd name="connsiteY20" fmla="*/ 421301 h 1534562"/>
              <a:gd name="connsiteX21" fmla="*/ 675284 w 902825"/>
              <a:gd name="connsiteY21" fmla="*/ 353589 h 1534562"/>
              <a:gd name="connsiteX22" fmla="*/ 548347 w 902825"/>
              <a:gd name="connsiteY22" fmla="*/ 334920 h 1534562"/>
              <a:gd name="connsiteX23" fmla="*/ 485482 w 902825"/>
              <a:gd name="connsiteY23" fmla="*/ 479150 h 1534562"/>
              <a:gd name="connsiteX24" fmla="*/ 477375 w 902825"/>
              <a:gd name="connsiteY24" fmla="*/ 408072 h 1534562"/>
              <a:gd name="connsiteX25" fmla="*/ 473015 w 902825"/>
              <a:gd name="connsiteY25" fmla="*/ 404114 h 1534562"/>
              <a:gd name="connsiteX26" fmla="*/ 437095 w 902825"/>
              <a:gd name="connsiteY26" fmla="*/ 404114 h 1534562"/>
              <a:gd name="connsiteX27" fmla="*/ 432713 w 902825"/>
              <a:gd name="connsiteY27" fmla="*/ 408114 h 1534562"/>
              <a:gd name="connsiteX28" fmla="*/ 425347 w 902825"/>
              <a:gd name="connsiteY28" fmla="*/ 480970 h 1534562"/>
              <a:gd name="connsiteX29" fmla="*/ 361699 w 902825"/>
              <a:gd name="connsiteY29" fmla="*/ 334941 h 1534562"/>
              <a:gd name="connsiteX30" fmla="*/ 234763 w 902825"/>
              <a:gd name="connsiteY30" fmla="*/ 353610 h 1534562"/>
              <a:gd name="connsiteX31" fmla="*/ 161823 w 902825"/>
              <a:gd name="connsiteY31" fmla="*/ 421322 h 1534562"/>
              <a:gd name="connsiteX32" fmla="*/ 130559 w 902825"/>
              <a:gd name="connsiteY32" fmla="*/ 560896 h 1534562"/>
              <a:gd name="connsiteX33" fmla="*/ 779487 w 902825"/>
              <a:gd name="connsiteY33" fmla="*/ 560896 h 1534562"/>
              <a:gd name="connsiteX34" fmla="*/ 411102 w 902825"/>
              <a:gd name="connsiteY34" fmla="*/ 340402 h 1534562"/>
              <a:gd name="connsiteX35" fmla="*/ 428607 w 902825"/>
              <a:gd name="connsiteY35" fmla="*/ 377740 h 1534562"/>
              <a:gd name="connsiteX36" fmla="*/ 455023 w 902825"/>
              <a:gd name="connsiteY36" fmla="*/ 384323 h 1534562"/>
              <a:gd name="connsiteX37" fmla="*/ 481439 w 902825"/>
              <a:gd name="connsiteY37" fmla="*/ 377740 h 1534562"/>
              <a:gd name="connsiteX38" fmla="*/ 498944 w 902825"/>
              <a:gd name="connsiteY38" fmla="*/ 340402 h 1534562"/>
              <a:gd name="connsiteX39" fmla="*/ 455023 w 902825"/>
              <a:gd name="connsiteY39" fmla="*/ 322834 h 1534562"/>
              <a:gd name="connsiteX40" fmla="*/ 411102 w 902825"/>
              <a:gd name="connsiteY40" fmla="*/ 340402 h 1534562"/>
            </a:gdLst>
            <a:ahLst/>
            <a:cxnLst/>
            <a:rect l="l" t="t" r="r" b="b"/>
            <a:pathLst>
              <a:path w="902825" h="1534562">
                <a:moveTo>
                  <a:pt x="807406" y="857229"/>
                </a:moveTo>
                <a:lnTo>
                  <a:pt x="95402" y="857229"/>
                </a:lnTo>
                <a:cubicBezTo>
                  <a:pt x="51375" y="857229"/>
                  <a:pt x="14693" y="823468"/>
                  <a:pt x="11031" y="779590"/>
                </a:cubicBezTo>
                <a:lnTo>
                  <a:pt x="151" y="649076"/>
                </a:lnTo>
                <a:cubicBezTo>
                  <a:pt x="-1923" y="624396"/>
                  <a:pt x="17572" y="603229"/>
                  <a:pt x="42337" y="603229"/>
                </a:cubicBezTo>
                <a:lnTo>
                  <a:pt x="860492" y="603229"/>
                </a:lnTo>
                <a:cubicBezTo>
                  <a:pt x="885257" y="603229"/>
                  <a:pt x="904730" y="624396"/>
                  <a:pt x="902677" y="649076"/>
                </a:cubicBezTo>
                <a:lnTo>
                  <a:pt x="891797" y="779590"/>
                </a:lnTo>
                <a:cubicBezTo>
                  <a:pt x="888136" y="823468"/>
                  <a:pt x="851454" y="857229"/>
                  <a:pt x="807406" y="857229"/>
                </a:cubicBezTo>
                <a:close/>
                <a:moveTo>
                  <a:pt x="800654" y="899562"/>
                </a:moveTo>
                <a:lnTo>
                  <a:pt x="102154" y="899562"/>
                </a:lnTo>
                <a:lnTo>
                  <a:pt x="186820" y="1534562"/>
                </a:lnTo>
                <a:lnTo>
                  <a:pt x="715987" y="1534562"/>
                </a:lnTo>
                <a:lnTo>
                  <a:pt x="800654" y="899562"/>
                </a:lnTo>
                <a:close/>
                <a:moveTo>
                  <a:pt x="455023" y="285496"/>
                </a:moveTo>
                <a:cubicBezTo>
                  <a:pt x="533869" y="285496"/>
                  <a:pt x="597771" y="221573"/>
                  <a:pt x="597771" y="142748"/>
                </a:cubicBezTo>
                <a:cubicBezTo>
                  <a:pt x="597771" y="63902"/>
                  <a:pt x="533848" y="0"/>
                  <a:pt x="455023" y="0"/>
                </a:cubicBezTo>
                <a:cubicBezTo>
                  <a:pt x="376199" y="0"/>
                  <a:pt x="312275" y="63923"/>
                  <a:pt x="312275" y="142748"/>
                </a:cubicBezTo>
                <a:cubicBezTo>
                  <a:pt x="312254" y="221573"/>
                  <a:pt x="376177" y="285496"/>
                  <a:pt x="455023" y="285496"/>
                </a:cubicBezTo>
                <a:close/>
                <a:moveTo>
                  <a:pt x="779487" y="560896"/>
                </a:moveTo>
                <a:lnTo>
                  <a:pt x="748224" y="421301"/>
                </a:lnTo>
                <a:cubicBezTo>
                  <a:pt x="740286" y="385805"/>
                  <a:pt x="711267" y="358881"/>
                  <a:pt x="675284" y="353589"/>
                </a:cubicBezTo>
                <a:lnTo>
                  <a:pt x="548347" y="334920"/>
                </a:lnTo>
                <a:lnTo>
                  <a:pt x="485482" y="479150"/>
                </a:lnTo>
                <a:lnTo>
                  <a:pt x="477375" y="408072"/>
                </a:lnTo>
                <a:cubicBezTo>
                  <a:pt x="477163" y="405829"/>
                  <a:pt x="475258" y="404114"/>
                  <a:pt x="473015" y="404114"/>
                </a:cubicBezTo>
                <a:lnTo>
                  <a:pt x="437095" y="404114"/>
                </a:lnTo>
                <a:cubicBezTo>
                  <a:pt x="434809" y="404114"/>
                  <a:pt x="432925" y="405850"/>
                  <a:pt x="432713" y="408114"/>
                </a:cubicBezTo>
                <a:lnTo>
                  <a:pt x="425347" y="480970"/>
                </a:lnTo>
                <a:lnTo>
                  <a:pt x="361699" y="334941"/>
                </a:lnTo>
                <a:lnTo>
                  <a:pt x="234763" y="353610"/>
                </a:lnTo>
                <a:cubicBezTo>
                  <a:pt x="198780" y="358902"/>
                  <a:pt x="169760" y="385826"/>
                  <a:pt x="161823" y="421322"/>
                </a:cubicBezTo>
                <a:lnTo>
                  <a:pt x="130559" y="560896"/>
                </a:lnTo>
                <a:lnTo>
                  <a:pt x="779487" y="560896"/>
                </a:lnTo>
                <a:close/>
                <a:moveTo>
                  <a:pt x="411102" y="340402"/>
                </a:moveTo>
                <a:cubicBezTo>
                  <a:pt x="411145" y="353589"/>
                  <a:pt x="422024" y="371157"/>
                  <a:pt x="428607" y="377740"/>
                </a:cubicBezTo>
                <a:cubicBezTo>
                  <a:pt x="435190" y="384323"/>
                  <a:pt x="446239" y="384323"/>
                  <a:pt x="455023" y="384323"/>
                </a:cubicBezTo>
                <a:cubicBezTo>
                  <a:pt x="463807" y="384323"/>
                  <a:pt x="474856" y="384323"/>
                  <a:pt x="481439" y="377740"/>
                </a:cubicBezTo>
                <a:cubicBezTo>
                  <a:pt x="488022" y="371157"/>
                  <a:pt x="498902" y="353589"/>
                  <a:pt x="498944" y="340402"/>
                </a:cubicBezTo>
                <a:cubicBezTo>
                  <a:pt x="499007" y="325035"/>
                  <a:pt x="472126" y="322834"/>
                  <a:pt x="455023" y="322834"/>
                </a:cubicBezTo>
                <a:cubicBezTo>
                  <a:pt x="437899" y="322834"/>
                  <a:pt x="411039" y="325014"/>
                  <a:pt x="411102" y="340402"/>
                </a:cubicBezTo>
                <a:close/>
              </a:path>
            </a:pathLst>
          </a:custGeom>
          <a:solidFill>
            <a:srgbClr val="344778"/>
          </a:solidFill>
          <a:ln w="1860" cap="flat">
            <a:noFill/>
            <a:prstDash val="solid"/>
            <a:miter/>
          </a:ln>
        </p:spPr>
        <p:txBody>
          <a:bodyPr rot="0" spcFirstLastPara="0" vert="horz" wrap="square" lIns="81382" tIns="40691" rIns="81382" bIns="40691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6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sp>
        <p:nvSpPr>
          <p:cNvPr id="24" name="觅知网-不倒翁ID:189359941"/>
          <p:cNvSpPr>
            <a:spLocks noGrp="1"/>
          </p:cNvSpPr>
          <p:nvPr/>
        </p:nvSpPr>
        <p:spPr>
          <a:xfrm>
            <a:off x="323" y="5511138"/>
            <a:ext cx="12191677" cy="1346862"/>
          </a:xfrm>
          <a:custGeom>
            <a:avLst/>
            <a:gdLst>
              <a:gd name="connsiteX0" fmla="*/ 12191677 w 12191677"/>
              <a:gd name="connsiteY0" fmla="*/ 0 h 1346862"/>
              <a:gd name="connsiteX1" fmla="*/ 12191677 w 12191677"/>
              <a:gd name="connsiteY1" fmla="*/ 1346862 h 1346862"/>
              <a:gd name="connsiteX2" fmla="*/ 0 w 12191677"/>
              <a:gd name="connsiteY2" fmla="*/ 1346862 h 1346862"/>
              <a:gd name="connsiteX3" fmla="*/ 0 w 12191677"/>
              <a:gd name="connsiteY3" fmla="*/ 42381 h 1346862"/>
              <a:gd name="connsiteX4" fmla="*/ 11935898 w 12191677"/>
              <a:gd name="connsiteY4" fmla="*/ 70915 h 1346862"/>
            </a:gdLst>
            <a:ahLst/>
            <a:cxnLst/>
            <a:rect l="l" t="t" r="r" b="b"/>
            <a:pathLst>
              <a:path w="12191677" h="1346862">
                <a:moveTo>
                  <a:pt x="12191677" y="0"/>
                </a:moveTo>
                <a:lnTo>
                  <a:pt x="12191677" y="1346862"/>
                </a:lnTo>
                <a:lnTo>
                  <a:pt x="0" y="1346862"/>
                </a:lnTo>
                <a:lnTo>
                  <a:pt x="0" y="42381"/>
                </a:lnTo>
                <a:cubicBezTo>
                  <a:pt x="3090122" y="758737"/>
                  <a:pt x="8949245" y="844902"/>
                  <a:pt x="11935898" y="70915"/>
                </a:cubicBezTo>
                <a:close/>
              </a:path>
            </a:pathLst>
          </a:custGeom>
          <a:solidFill>
            <a:srgbClr val="344778"/>
          </a:solidFill>
          <a:ln w="25400" cap="flat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86677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705" b="0" i="0" u="none" strike="noStrike" kern="0" cap="none" spc="0" baseline="0">
              <a:ln>
                <a:noFill/>
              </a:ln>
              <a:solidFill>
                <a:sysClr val="window" lastClr="FFFFFF"/>
              </a:solidFill>
              <a:latin typeface="思源黑体 CN Regular"/>
              <a:ea typeface="思源黑体 CN Regular"/>
              <a:cs typeface="思源黑体 CN Regular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5910" y="836930"/>
            <a:ext cx="1504950" cy="15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主题色">
  <a:themeElements>
    <a:clrScheme name="Office">
      <a:dk1>
        <a:srgbClr val="000000"/>
      </a:dk1>
      <a:lt1>
        <a:srgbClr val="FFFFFF"/>
      </a:lt1>
      <a:dk2>
        <a:srgbClr val="E60012"/>
      </a:dk2>
      <a:lt2>
        <a:srgbClr val="E7E6E6"/>
      </a:lt2>
      <a:accent1>
        <a:srgbClr val="344778"/>
      </a:accent1>
      <a:accent2>
        <a:srgbClr val="ED7D31"/>
      </a:accent2>
      <a:accent3>
        <a:srgbClr val="A5A5A5"/>
      </a:accent3>
      <a:accent4>
        <a:srgbClr val="FFC000"/>
      </a:accent4>
      <a:accent5>
        <a:srgbClr val="C00101"/>
      </a:accent5>
      <a:accent6>
        <a:srgbClr val="FFE699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色">
  <a:themeElements>
    <a:clrScheme name="Office">
      <a:dk1>
        <a:srgbClr val="000000"/>
      </a:dk1>
      <a:lt1>
        <a:srgbClr val="FFFFFF"/>
      </a:lt1>
      <a:dk2>
        <a:srgbClr val="E60012"/>
      </a:dk2>
      <a:lt2>
        <a:srgbClr val="E7E6E6"/>
      </a:lt2>
      <a:accent1>
        <a:srgbClr val="344778"/>
      </a:accent1>
      <a:accent2>
        <a:srgbClr val="ED7D31"/>
      </a:accent2>
      <a:accent3>
        <a:srgbClr val="A5A5A5"/>
      </a:accent3>
      <a:accent4>
        <a:srgbClr val="FFC000"/>
      </a:accent4>
      <a:accent5>
        <a:srgbClr val="C00101"/>
      </a:accent5>
      <a:accent6>
        <a:srgbClr val="FFE699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7319</Words>
  <Application>WPS 文字</Application>
  <PresentationFormat>Converted Presentation</PresentationFormat>
  <Paragraphs>751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54" baseType="lpstr">
      <vt:lpstr>Arial</vt:lpstr>
      <vt:lpstr>宋体</vt:lpstr>
      <vt:lpstr>Wingdings</vt:lpstr>
      <vt:lpstr>Arial</vt:lpstr>
      <vt:lpstr>思源黑体 CN Regular</vt:lpstr>
      <vt:lpstr>宋体</vt:lpstr>
      <vt:lpstr>汉仪书宋二KW</vt:lpstr>
      <vt:lpstr>汉仪中黑KW</vt:lpstr>
      <vt:lpstr>微软雅黑</vt:lpstr>
      <vt:lpstr>方正雅意黑 GB18030L2</vt:lpstr>
      <vt:lpstr>Arial Unicode MS</vt:lpstr>
      <vt:lpstr>Calibri</vt:lpstr>
      <vt:lpstr>Helvetica Neue</vt:lpstr>
      <vt:lpstr>黑体</vt:lpstr>
      <vt:lpstr>思源黑体 CN Regular</vt:lpstr>
      <vt:lpstr>MS PGothic</vt:lpstr>
      <vt:lpstr>苹方-简</vt:lpstr>
      <vt:lpstr>宋体-简</vt:lpstr>
      <vt:lpstr>宋体</vt:lpstr>
      <vt:lpstr>宋体;SimSun</vt:lpstr>
      <vt:lpstr>Times New Roman</vt:lpstr>
      <vt:lpstr>主题色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OwO</cp:lastModifiedBy>
  <cp:revision>17</cp:revision>
  <dcterms:created xsi:type="dcterms:W3CDTF">2026-10-28T07:25:53Z</dcterms:created>
  <dcterms:modified xsi:type="dcterms:W3CDTF">2026-10-28T07:25:53Z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BCA5A22586DBD484ADAAE06AD6AADB12_42</vt:lpwstr>
  </property>
  <property fmtid="{D5CDD505-2E9C-101B-9397-08002B2CF9AE}" pid="3" name="KSOProductBuildVer">
    <vt:lpwstr>2052-12.1.26046.26046</vt:lpwstr>
  </property>
</Properties>
</file>